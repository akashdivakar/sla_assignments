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with the photocopy analogy: map() makes a photocopy, colors it, and gives it to you while your original stays safe in your drawer. push() writes directly on your original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warmly! Recap the 3 key takeaways in simple words: 1) Methods are shorter than for loops, 2) They never break your original data, 3) You can chain them together like a pipeline.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SEMINAR INTRODUCTION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Why Modern JavaScript Replaces 6-Line Loops with 1-Line Safe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Traditional 'for' Loop: Requires empty arrays, index counters (i=0), and manual .push().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Modern Array Method: 1-line clean, readable, and declarative code.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ARRAY STAYS 100% SAME: Modern methods NEVER modify or destroy original data!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Today's Agenda: map, filter, find, reduce, some, every, and method chaining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Slide 1: Direct Code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- 5 lines):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nums.length;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doubled1.push(nums[i]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console.log(doubled1);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(map() - 1 line):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doubled2 = nums.map(n =&gt; n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console.log(doubled2); // 👉 Output: [ 2, 4, 6 ]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    // 👉 Output: [ 1, 2, 3 ] (ORIGINAL STAYS SAME!)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1. Bug Prevention: Accidental changes to original data cause hidden bugs across your app.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2. Pure &amp; Safe: Modern methods return a FRESH NEW array and NEVER touch the original.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3. Predictable: You can reuse the original array multiple times without fear.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originalData = [10, 20, 30];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creates new copy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filtered = originalData.filter(x =&gt; x &gt; 15);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console.log(filtered);     // 👉 [ 20, 30 ] (New)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[50, 60,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Requires creating empty array and manual pushes.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map(): Returns a brand new array with transformed items.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[50, 60,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res1.push(marks[i]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console.log(res1); // 👉 [ 55, 65, 75 ]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res2 = marks.map(m =&gt; m + 5);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console.log(res2); // 👉 [ 55, 65, 75 ]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[85, 30, 92, 25, 70]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filter(): Collects passing marks into a fresh new array.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[85, 30, 92, 25, 70];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pass1 = [];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(marks[i] &gt;= 35) pass1.push(marks[i]);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console.log(pass1); // 👉 [ 85, 92, 70 ]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(filter):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pass2 = marks.filter(m =&gt; m &gt;= 35);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console.log(pass2); // 👉 [ 85, 92, 70 ] (New Array)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List of 3 user objects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find(): Stops instantly at 1st match and returns the item.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users = [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1, role: 'Admin', name: 'Arun'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2, role: 'User',  name: 'Priya' },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3, role: 'Admin', name: 'Divakar'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+ break):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found1 = null;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users.length; i++) {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(users[i].role === 'Admin') { found1 = users[i]; break; 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console.log(found1.name);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(find):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found2 = users.find(u =&gt; u.role === 'Admin');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console.log(found2.name); // 👉 "Arun"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[100, 250, 50, 200]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Modifies an external 'let total = 0' variable.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reduce(): Encapsulates the sum inside an accumulator.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prices = [100, 250, 50, 200];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total1 = 0;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prices.length; i++) total1 += prices[i];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total1);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(reduce):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total2 = prices.reduce((sum, p) =&gt; sum + p,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total2); // 👉 Total: ₹600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[80, 90, 40, 95]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.some(): 'Did anyone fail (&lt;35)?' ➔ false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.every(): 'Did all pass (&gt;=35)?' ➔ true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[80, 90, 40, 95];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Check with some() &amp; every():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anyFail = marks.some(m =&gt; m &lt; 35);   // 👉 false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allPass = marks.every(m =&gt; m &gt;= 35); // 👉 true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console.log('Any Failed?:', anyFail);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console.log('All Passed?:', allPass);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console.log('Original marks:', marks); 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EASY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Safe Methods vs Modifying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The 'Photocopy' Analogy vs 'Writing in Pen on the Original'.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📄 SAFE METHODS (map, filter, reduce, find):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making a Photocopy: Modifies the copy, leaves original clean!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Returns a brand new array without touching the original data.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✍️ MODIFYING METHODS (push, pop, sort, splice):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writing in ink directly on the original document!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Permanently changes the original array in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Photocopy vs Overwrite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1. ✅ SAFE (.map) -&gt; Like a Photocopy: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originalA = [10, 20];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copyA = originalA.map(x =&gt; x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console.log(copyA);     // 👉 [ 20, 40 ] (New Copy)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console.log(originalA); // 👉 [ 10, 20 ] (ORIGINAL SAFE!)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2. ⚠️ MODIFYING (.push) -&gt; Writes on Original: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originalB = [10, 20];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originalB.push(30);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console.log(originalB); // 👉 [ 10, 20, 30 ] (ORIGINAL CHANGED!)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🎓 END OF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Thank You for Your Attention! 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JavaScript Array Methods — map · filter · find · reduce · some · every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1: Array methods replace long for loops with clean 1-line code.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2: map, filter, reduce NEVER change the original array.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3: Use method chaining to do multiple steps in one pipeline.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💡 Practice Tip: Rewrite your old for loops using these modern methods!</a:t>
            </a:r>
          </a:p>
          <a:p>
            <a:pPr>
              <a:spcAft>
                <a:spcPts val="1000"/>
              </a:spcAft>
              <a:defRPr sz="13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❓ Open Q&amp;A — Any questions about today's session?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🌟 Quick Recap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3, 4, 5];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map  → Transform all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 = nums.map(n =&gt; n * 2);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[ 2, 4, 6, 8, 10 ]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→ Keep matching items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evens = nums.filter(n =&gt; n % 2 ===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[ 2, 4 ]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reduce → Single result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nums.reduce((s, n) =&gt; s + n, 0);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15</a:t>
            </a: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08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// 👉 [ 1,2,3,4,5 ] ALWAYS SAFE!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