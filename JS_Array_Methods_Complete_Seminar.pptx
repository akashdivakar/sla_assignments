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everyone! Today we will look at how modern JavaScript methods replace traditional for-loops, showing the code and the exact output side-by-side on every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map() returns a new array of the same length without mutating original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filter eliminates the need for manual if-push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find() short-circuits as soon as it sees Arun, saving CPU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accumulator 0 adds 100, 250, 50, 200 to produce 600.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some() acts as a logical OR across all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every() acts as a logical AND across all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chaining connects individual transformations into one smooth conveyor belt.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by advising everyone to use modern methods for clean, maintainable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and open the floor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SEMINAR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JavaScript Array Methods vs 'for'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Side-by-side comparison with traditional loops, modern methods, and exact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Purpose: Stop writing messy loops and switch to modern declarative JavaScript.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Every Slide Contains: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   1. Traditional 'for' Loop Code (❌)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   2. Modern Array Method Code (✅)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   3. Exact Console Execution Output (🖥️)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Topics Covered: map, filter, find, reduce, some, every, and method chaining.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Comparison &amp; Output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nums = [1, 2, 3];</a:t>
            </a:r>
            <a:br/>
            <a:br/>
            <a:r>
              <a:t>// ❌ OLD: for loop</a:t>
            </a:r>
            <a:br/>
            <a:r>
              <a:t>let r1 = [];</a:t>
            </a:r>
            <a:br/>
            <a:r>
              <a:t>for (let i = 0; i &lt; nums.length; i++) r1.push(nums[i] * 2);</a:t>
            </a:r>
            <a:br/>
            <a:r>
              <a:t>console.log(r1); </a:t>
            </a:r>
            <a:br/>
            <a:r>
              <a:t>// 👉 Output: [ 2, 4, 6 ]</a:t>
            </a:r>
            <a:br/>
            <a:br/>
            <a:r>
              <a:t>// ✅ MODERN: map()</a:t>
            </a:r>
            <a:br/>
            <a:r>
              <a:t>let r2 = nums.map(n =&gt; n * 2);</a:t>
            </a:r>
            <a:br/>
            <a:r>
              <a:t>console.log(r2); </a:t>
            </a:r>
            <a:br/>
            <a:r>
              <a:t>// 👉 Output: [ 2, 4, 6 ]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1. MAP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map() vs 'for' Loop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Add 5 grace marks to all students in the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[50, 60, 70]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Requires creating 'let res1 = []' and manually pushing.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map(): Returns a new transformed array in 1 clean line.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Both produce [55, 65, 75], but map() is 100% cleaner!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map_comparison.js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marks = [50, 60, 70];</a:t>
            </a:r>
            <a:br/>
            <a:br/>
            <a:r>
              <a:t>// ❌ OLD WAY (for loop):</a:t>
            </a:r>
            <a:br/>
            <a:r>
              <a:t>let res1 = [];</a:t>
            </a:r>
            <a:br/>
            <a:r>
              <a:t>for (let i = 0; i &lt; marks.length; i++) {</a:t>
            </a:r>
            <a:br/>
            <a:r>
              <a:t>    res1.push(marks[i] + 5);</a:t>
            </a:r>
            <a:br/>
            <a:r>
              <a:t>}</a:t>
            </a:r>
            <a:br/>
            <a:r>
              <a:t>console.log(res1);</a:t>
            </a:r>
            <a:br/>
            <a:r>
              <a:t>// 👉 Output: [ 55, 65, 75 ]</a:t>
            </a:r>
            <a:br/>
            <a:br/>
            <a:r>
              <a:t>// ✅ MODERN WAY (map):</a:t>
            </a:r>
            <a:br/>
            <a:r>
              <a:t>let res2 = marks.map(m =&gt; m + 5);</a:t>
            </a:r>
            <a:br/>
            <a:r>
              <a:t>console.log(res2);</a:t>
            </a:r>
            <a:br/>
            <a:r>
              <a:t>// 👉 Output: [ 55, 65, 75 ]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2. FILTER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filter() vs 'for' Loop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Keep only pass marks (35 or above).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[85, 30, 92, 25, 70]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empty array, loop, and nested if statement.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filter(): Automatically keeps elements where condition is true.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[85, 92, 70] (Failing scores 30 &amp; 25 are removed)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filter_comparison.js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marks = [85, 30, 92, 25, 70];</a:t>
            </a:r>
            <a:br/>
            <a:br/>
            <a:r>
              <a:t>// ❌ OLD WAY (for loop):</a:t>
            </a:r>
            <a:br/>
            <a:r>
              <a:t>let pass1 = [];</a:t>
            </a:r>
            <a:br/>
            <a:r>
              <a:t>for (let i = 0; i &lt; marks.length; i++) {</a:t>
            </a:r>
            <a:br/>
            <a:r>
              <a:t>    if (marks[i] &gt;= 35) {</a:t>
            </a:r>
            <a:br/>
            <a:r>
              <a:t>        pass1.push(marks[i]);</a:t>
            </a:r>
            <a:br/>
            <a:r>
              <a:t>    }</a:t>
            </a:r>
            <a:br/>
            <a:r>
              <a:t>}</a:t>
            </a:r>
            <a:br/>
            <a:r>
              <a:t>console.log(pass1);</a:t>
            </a:r>
            <a:br/>
            <a:r>
              <a:t>// 👉 Output: [ 85, 92, 70 ]</a:t>
            </a:r>
            <a:br/>
            <a:br/>
            <a:r>
              <a:t>// ✅ MODERN WAY (filter):</a:t>
            </a:r>
            <a:br/>
            <a:r>
              <a:t>let pass2 = marks.filter(m =&gt; m &gt;= 35);</a:t>
            </a:r>
            <a:br/>
            <a:r>
              <a:t>console.log(pass2);</a:t>
            </a:r>
            <a:br/>
            <a:r>
              <a:t>// 👉 Output: [ 85, 92, 70 ]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3. FIND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find() vs 'for' Loop &amp; filter()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Find the user with role = 'Admin'.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List of 3 user objects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'let found = null' and manual 'break' to stop.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find(): Stops instantly at 1st match and returns the item { }.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'Arun' (Stops immediately on finding Arun)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find_comparison.js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users = [</a:t>
            </a:r>
            <a:br/>
            <a:r>
              <a:t>  { id: 1, role: 'Admin', name: 'Arun' },</a:t>
            </a:r>
            <a:br/>
            <a:r>
              <a:t>  { id: 2, role: 'User',  name: 'Priya' },</a:t>
            </a:r>
            <a:br/>
            <a:r>
              <a:t>  { id: 3, role: 'Admin', name: 'Divakar' }</a:t>
            </a:r>
            <a:br/>
            <a:r>
              <a:t>];</a:t>
            </a:r>
            <a:br/>
            <a:br/>
            <a:r>
              <a:t>// ❌ OLD WAY (for loop + break):</a:t>
            </a:r>
            <a:br/>
            <a:r>
              <a:t>let found1 = null;</a:t>
            </a:r>
            <a:br/>
            <a:r>
              <a:t>for (let i = 0; i &lt; users.length; i++) {</a:t>
            </a:r>
            <a:br/>
            <a:r>
              <a:t>    if (users[i].role === 'Admin') {</a:t>
            </a:r>
            <a:br/>
            <a:r>
              <a:t>        found1 = users[i];</a:t>
            </a:r>
            <a:br/>
            <a:r>
              <a:t>        break;</a:t>
            </a:r>
            <a:br/>
            <a:r>
              <a:t>    }</a:t>
            </a:r>
            <a:br/>
            <a:r>
              <a:t>}</a:t>
            </a:r>
            <a:br/>
            <a:r>
              <a:t>console.log(found1.name);</a:t>
            </a:r>
            <a:br/>
            <a:r>
              <a:t>// 👉 Output: "Arun"</a:t>
            </a:r>
            <a:br/>
            <a:br/>
            <a:r>
              <a:t>// ✅ MODERN WAY (find):</a:t>
            </a:r>
            <a:br/>
            <a:r>
              <a:t>let found2 = users.find(u =&gt; u.role === 'Admin');</a:t>
            </a:r>
            <a:br/>
            <a:r>
              <a:t>console.log(found2.name);</a:t>
            </a:r>
            <a:br/>
            <a:r>
              <a:t>// 👉 Output: "Arun"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4. REDUCE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reduce() vs 'for' Loop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Calculate the total bill of all items in cart.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[100, 250, 50, 200]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Modifies an external 'let total = 0' variable outside loop.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reduce(): Keeps calculation self-contained with an accumulator.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Total: ₹600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reduce_comparison.js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prices = [100, 250, 50, 200];</a:t>
            </a:r>
            <a:br/>
            <a:br/>
            <a:r>
              <a:t>// ❌ OLD WAY (for loop):</a:t>
            </a:r>
            <a:br/>
            <a:r>
              <a:t>let total1 = 0;</a:t>
            </a:r>
            <a:br/>
            <a:r>
              <a:t>for (let i = 0; i &lt; prices.length; i++) {</a:t>
            </a:r>
            <a:br/>
            <a:r>
              <a:t>    total1 += prices[i];</a:t>
            </a:r>
            <a:br/>
            <a:r>
              <a:t>}</a:t>
            </a:r>
            <a:br/>
            <a:r>
              <a:t>console.log('Total: ₹' + total1);</a:t>
            </a:r>
            <a:br/>
            <a:r>
              <a:t>// 👉 Output: Total: ₹600</a:t>
            </a:r>
            <a:br/>
            <a:br/>
            <a:r>
              <a:t>// ✅ MODERN WAY (reduce):</a:t>
            </a:r>
            <a:br/>
            <a:r>
              <a:t>let total2 = prices.reduce((sum, p) =&gt; sum + p, 0);</a:t>
            </a:r>
            <a:br/>
            <a:r>
              <a:t>console.log('Total: ₹' + total2);</a:t>
            </a:r>
            <a:br/>
            <a:r>
              <a:t>// 👉 Output: Total: ₹600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5. SOME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some() vs 'for' Loop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Check if ANY student failed (&lt; 35).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[80, 90, 40, 95]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flag 'let anyFail = false' and manual 'break'.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some(): Returns true / false directly in 1 line.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false (Because no marks are &lt; 35)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some_comparison.js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marks = [80, 90, 40, 95];</a:t>
            </a:r>
            <a:br/>
            <a:br/>
            <a:r>
              <a:t>// ❌ OLD WAY (for loop + flag):</a:t>
            </a:r>
            <a:br/>
            <a:r>
              <a:t>let anyFail1 = false;</a:t>
            </a:r>
            <a:br/>
            <a:r>
              <a:t>for (let i = 0; i &lt; marks.length; i++) {</a:t>
            </a:r>
            <a:br/>
            <a:r>
              <a:t>    if (marks[i] &lt; 35) {</a:t>
            </a:r>
            <a:br/>
            <a:r>
              <a:t>        anyFail1 = true;</a:t>
            </a:r>
            <a:br/>
            <a:r>
              <a:t>        break;</a:t>
            </a:r>
            <a:br/>
            <a:r>
              <a:t>    }</a:t>
            </a:r>
            <a:br/>
            <a:r>
              <a:t>}</a:t>
            </a:r>
            <a:br/>
            <a:r>
              <a:t>console.log(anyFail1);</a:t>
            </a:r>
            <a:br/>
            <a:r>
              <a:t>// 👉 Output: false</a:t>
            </a:r>
            <a:br/>
            <a:br/>
            <a:r>
              <a:t>// ✅ MODERN WAY (some):</a:t>
            </a:r>
            <a:br/>
            <a:r>
              <a:t>let anyFail2 = marks.some(m =&gt; m &lt; 35);</a:t>
            </a:r>
            <a:br/>
            <a:r>
              <a:t>console.log(anyFail2);</a:t>
            </a:r>
            <a:br/>
            <a:r>
              <a:t>// 👉 Output: false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6. EVERY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every() vs 'for' Loop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Check if ALL students passed (&gt;= 35).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[80, 90, 40, 95]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'let allPassed = true' and check for failures.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every(): Directly checks all elements in 1 clean line.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true (Every single student scored &gt;= 35)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every_comparison.js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marks = [80, 90, 40, 95];</a:t>
            </a:r>
            <a:br/>
            <a:br/>
            <a:r>
              <a:t>// ❌ OLD WAY (for loop + flag):</a:t>
            </a:r>
            <a:br/>
            <a:r>
              <a:t>let allPassed1 = true;</a:t>
            </a:r>
            <a:br/>
            <a:r>
              <a:t>for (let i = 0; i &lt; marks.length; i++) {</a:t>
            </a:r>
            <a:br/>
            <a:r>
              <a:t>    if (marks[i] &lt; 35) {</a:t>
            </a:r>
            <a:br/>
            <a:r>
              <a:t>        allPassed1 = false;</a:t>
            </a:r>
            <a:br/>
            <a:r>
              <a:t>        break;</a:t>
            </a:r>
            <a:br/>
            <a:r>
              <a:t>    }</a:t>
            </a:r>
            <a:br/>
            <a:r>
              <a:t>}</a:t>
            </a:r>
            <a:br/>
            <a:r>
              <a:t>console.log(allPassed1);</a:t>
            </a:r>
            <a:br/>
            <a:r>
              <a:t>// 👉 Output: true</a:t>
            </a:r>
            <a:br/>
            <a:br/>
            <a:r>
              <a:t>// ✅ MODERN WAY (every):</a:t>
            </a:r>
            <a:br/>
            <a:r>
              <a:t>let allPassed2 = marks.every(m =&gt; m &gt;= 35);</a:t>
            </a:r>
            <a:br/>
            <a:r>
              <a:t>console.log(allPassed2);</a:t>
            </a:r>
            <a:br/>
            <a:r>
              <a:t>// 👉 Output: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7. METHOD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Method Chaining vs Nested 'for' Loop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Filter groceries ➔ Add 5% tax ➔ Calculate total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3 items (Rice ₹100, Shirt ₹500, Dal ₹200)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Step 1: Filter groceries (Rice &amp; Dal)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Step 2: Add 5% tax (₹105 &amp; ₹210)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Step 3: Total Bill = ₹105 + ₹210 = ₹315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Total: ₹315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chaining_comparison.js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items = [</a:t>
            </a:r>
            <a:br/>
            <a:r>
              <a:t>  { name: 'Rice', type: 'grocery', price: 100 },</a:t>
            </a:r>
            <a:br/>
            <a:r>
              <a:t>  { name: 'Shirt', type: 'cloth',  price: 500 },</a:t>
            </a:r>
            <a:br/>
            <a:r>
              <a:t>  { name: 'Dal',  type: 'grocery', price: 200 }</a:t>
            </a:r>
            <a:br/>
            <a:r>
              <a:t>];</a:t>
            </a:r>
            <a:br/>
            <a:br/>
            <a:r>
              <a:t>// ❌ OLD WAY (for loop):</a:t>
            </a:r>
            <a:br/>
            <a:r>
              <a:t>let total1 = 0;</a:t>
            </a:r>
            <a:br/>
            <a:r>
              <a:t>for (let i = 0; i &lt; items.length; i++) {</a:t>
            </a:r>
            <a:br/>
            <a:r>
              <a:t>    if (items[i].type === 'grocery') {</a:t>
            </a:r>
            <a:br/>
            <a:r>
              <a:t>        total1 += items[i].price * 1.05;</a:t>
            </a:r>
            <a:br/>
            <a:r>
              <a:t>    }</a:t>
            </a:r>
            <a:br/>
            <a:r>
              <a:t>}</a:t>
            </a:r>
            <a:br/>
            <a:r>
              <a:t>console.log('Total: ₹' + total1);</a:t>
            </a:r>
            <a:br/>
            <a:r>
              <a:t>// 👉 Output: Total: ₹315</a:t>
            </a:r>
            <a:br/>
            <a:br/>
            <a:r>
              <a:t>// ✅ MODERN WAY (Method Chaining):</a:t>
            </a:r>
            <a:br/>
            <a:r>
              <a:t>let total2 = items</a:t>
            </a:r>
            <a:br/>
            <a:r>
              <a:t>  .filter(i =&gt; i.type === 'grocery')</a:t>
            </a:r>
            <a:br/>
            <a:r>
              <a:t>  .map(i =&gt; i.price * 1.05)</a:t>
            </a:r>
            <a:br/>
            <a:r>
              <a:t>  .reduce((sum, p) =&gt; sum + p, 0);</a:t>
            </a:r>
            <a:br/>
            <a:r>
              <a:t>console.log('Total: ₹' + total2);</a:t>
            </a:r>
            <a:br/>
            <a:r>
              <a:t>// 👉 Output: Total: ₹315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Side-by-Side Comparison Summary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The complete cheat sheet for quick reference: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map() ➔ Change all items (Output: [55, 65, 75])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filter() ➔ Pick matching items (Output: [85, 92, 70])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find() ➔ Pick 1st match (Output: "Arun")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reduce() ➔ Calculate total (Output: 600)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some() ➔ Is any matching? (Output: false)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every() ➔ Are all matching? (Output: true)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Comparison Cheat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Operation    | ❌ Old for loop  | ✅ Modern Method | Output</a:t>
            </a:r>
            <a:br/>
            <a:r>
              <a:t>------------ | ---------------- | ----------------- | -------------</a:t>
            </a:r>
            <a:br/>
            <a:r>
              <a:t>Transform    | loop + push      | arr.map(...)      | [55, 65, 75]</a:t>
            </a:r>
            <a:br/>
            <a:r>
              <a:t>Filter       | loop + if + push | arr.filter(...)   | [85, 92, 70]</a:t>
            </a:r>
            <a:br/>
            <a:r>
              <a:t>Search       | loop + break     | arr.find(...)     | "Arun"</a:t>
            </a:r>
            <a:br/>
            <a:r>
              <a:t>Calculate    | loop + sum +=    | arr.reduce(...)   | 600</a:t>
            </a:r>
            <a:br/>
            <a:r>
              <a:t>Check Any    | loop + flag + brk| arr.some(...)     | false</a:t>
            </a:r>
            <a:br/>
            <a:r>
              <a:t>Check All    | loop + flag + brk| arr.every(...)    | true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Thank You &amp; Open Q&amp;A!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You are now ready to deliver your seminar presentation!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The slide deck contains all side-by-side comparisons and outputs.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Interactive runner is available in JS_Array_Methods_Seminar.html.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Thank you for your time and active participation!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Seminar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// All Files Ready in Folder:</a:t>
            </a:r>
            <a:br/>
            <a:r>
              <a:t>// 1. JS_Array_Methods_Complete_Seminar.pptx (This Slide Deck)</a:t>
            </a:r>
            <a:br/>
            <a:r>
              <a:t>// 2. JS_Array_Methods_Seminar_Notes.md (Speaker Scripts)</a:t>
            </a:r>
            <a:br/>
            <a:r>
              <a:t>// 3. JS_Array_Methods_Seminar.html (Interactive Playground)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