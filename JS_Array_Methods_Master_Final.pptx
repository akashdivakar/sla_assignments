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after chaining 3 methods together, the original items list is completely safe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with the photocopy analogy: map() makes a photocopy, colors it, and gives it to you while your original stays safe in your drawer. push() writes directly on your original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step by step: filter picks grocery items only (removes Shirt), map adds 5% tax to each grocery price, reduce adds them all up to get the final bill of Rs.315. Show that even after all this, items still has all 3 products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SEMINAR INTRODUCTION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Why Modern JavaScript Replaces 6-Line Loops with 1-Line Safe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Traditional 'for' Loop: Requires empty arrays, index counters (i=0), and manual .push().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Modern Array Method: 1-line clean, readable, and declarative code.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ARRAY STAYS 100% SAME: Modern methods NEVER modify or destroy original data!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Today's Agenda: map, filter, find, reduce, some, every, and method chaining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Slide 1: Direct Code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- 5 lines):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nums.length;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doubled1.push(nums[i]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console.log(doubled1);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(map() - 1 line):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doubled2 = nums.map(n =&gt; n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console.log(doubled2);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    // 👉 Output: [ 1, 2, 3 ] (ORIGINAL STAYS SAME!)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1. Bug Prevention: Accidental changes to original data cause hidden bugs across your app.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2. Pure &amp; Safe: Modern methods return a FRESH NEW array and NEVER touch the original.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3. Predictable: You can reuse the original array multiple times without fear.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originalData = [10, 20, 30];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creates new copy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filtered = originalData.filter(x =&gt; x &gt; 15);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console.log(filtered);     // 👉 [ 20, 30 ] (New)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[50, 60,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Requires creating empty array and manual pushes.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map(): Returns a brand new array with transformed items.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[50, 60,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res1.push(marks[i]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console.log(res1); // 👉 [ 55, 65, 75 ]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res2 = marks.map(m =&gt; m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console.log(res2); // 👉 [ 55, 65, 75 ]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[85, 30, 92, 25,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filter(): Collects passing marks into a fresh new array.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[85, 30, 92, 25,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(marks[i] &gt;= 35) pass1.push(marks[i]);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console.log(pass1); // 👉 [ 85, 92, 70 ]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(filter):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pass2 = marks.filter(m =&gt; m &gt;= 35);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console.log(pass2); // 👉 [ 85, 92, 70 ]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List of 3 user objects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find(): Stops instantly at 1st match and returns the item.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users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1, role: 'Admin', name: 'Arun'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2, role: 'User',  name: 'Priya'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3, role: 'Admin', name: 'Divakar'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+ break):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found1 = null;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users.length;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(users[i].role === 'Admin') { found1 = users[i]; break;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console.log(found1.name);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(find):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found2 = users.find(u =&gt; u.role === 'Admin');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console.log(found2.name);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[100, 250, 50, 200]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Modifies an external 'let total = 0' variable.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reduce(): Encapsulates the sum inside an accumulator.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prices = [100, 250, 50, 200];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total1 = 0;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prices.length; i++) total1 += prices[i];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total1);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(reduce):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total2 = prices.reduce((sum, p) =&gt; sum + p,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total2);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[80, 90, 40, 95]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.some(): 'Did anyone fail (&lt;35)?' ➔ false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.every(): 'Did all pass (&gt;=35)?' ➔ true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[80, 90, 40, 95];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Check with some() &amp; every():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anyFail = marks.some(m =&gt; m &lt; 35);   // 👉 false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allPass = marks.every(m =&gt; m &gt;= 35); // 👉 true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console.log('Any Failed?:', anyFail);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console.log('All Passed?:', allPass);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console.log('Original marks:', marks); 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7.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Method Chaining Pipeline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3 items (Rice ₹100, Shirt ₹500, Dal ₹200)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3 Stages: Filter ➔ Map ➔ Reduce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Output: Total: ₹315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'items' list still has all 3 items with original prices!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chaining_comparison.js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items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'Rice', type: 'grocery', price: 100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'Shirt', type: 'cloth',  price: 500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'Dal',  type: 'grocery', price: 200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.filter(i =&gt; i.type === 'grocery')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.map(i =&gt; i.price * 1.05)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.reduce((sum, p) =&gt; sum + p,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 Grocery Bill: ₹' + total); // 👉 ₹315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console.log('Items Count:', items.length);    // 👉 3 (ORIGINAL UNTOUCHED!)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EASY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Safe Methods vs Modifying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The 'Photocopy' Analogy vs 'Writing in Pen on the Original'.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📄 SAFE METHODS (map, filter, reduce, find):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making a Photocopy: Modifies the copy, leaves original clean!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Returns a brand new array without touching the original data.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✍️ MODIFYING METHODS (push, pop, sort, splice):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writing in ink directly on the original document!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Permanently changes the original array in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Photocopy vs Overwrite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1. ✅ SAFE (.map) -&gt; Like a Photocopy: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originalA = [10, 20];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copyA = originalA.map(x =&gt; x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console.log(copyA);     // 👉 [ 20, 40 ] (New Copy)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console.log(originalA); // 👉 [ 10, 20 ] (ORIGINAL SAFE!)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2. ⚠️ MODIFYING (.push) -&gt; Writes on Original: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originalB = [10, 20];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originalB.push(30);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console.log(originalB); // 👉 [ 10, 20, 30 ] (ORIGINAL CHANGED!)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METHOD CHAINING EXPLAINED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How .filter() → .map() → .reduce() Works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Real-Life Example: Calculate Total Grocery Bill with 5% Tax — Step by Step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INPUT: 3 items — Rice ₹100 (grocery), Shirt ₹500 (cloth), Dal ₹200 (grocery)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A - .filter(): Pick ONLY grocery items → [Rice ₹100, Dal ₹200]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B - .map(): Add 5% Tax to each → [₹105, ₹210]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C - .reduce(): Add all together → ₹315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items still has all 3 products (Rice, Shirt, Dal)!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chaining_pipeline.js — Output: ₹315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items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'Rice',  type: 'grocery', price: 100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'Shirt', type: 'cloth',   price: 500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'Dal',   type: 'grocery', price: 200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.filter(i =&gt; i.type === 'grocery') // [Rice, Dal]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.map(i =&gt; i.price * 1.05)          // [105, 210]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.reduce((sum, p) =&gt; sum + p, 0);   // 315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Rs.' + total); // 👉 Total: Rs.315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console.log(items.length);         // 👉 3 (ORIGINAL SAFE!)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