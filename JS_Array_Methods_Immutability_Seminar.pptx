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everyone! Today we will emphasize one of the greatest features in modern JavaScript: Immutability. When using methods like map or filter, your original data is 100% safe and never destroyed.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Explain: In modern apps, multiple parts of the app read the same array. If one part modifies it, everything breaks. Methods like map and filter prevent this by keeping original data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line 'console.log(marks)': Notice that marks is still [50, 60, 70]. The original array did not change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though pass2 only has 3 items, the original marks array still safely contains all 5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find() simply inspects the items and returns the reference—it never removes or modifies items in the original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reduce() takes the numbers, computes a total, and leaves the prices array completely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inspection methods are pure read-only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after chaining 3 methods together, the original items list is completely safe and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are often asked in interviews: Does .map() mutate the original array? Answer: Absolutely not, it returns a brand new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audience for listening and open the floor to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SEMINAR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JavaScript Array Methods vs 'for'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Side-by-side comparisons, outputs, and the power of Immutability (Original Array Stays Same).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Why this Seminar? Stop writing messy loops and switch to modern clean JavaScript.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🛡️ KEY BENEFIT: Original Array STAYS 100% UNCHANGED (Safe &amp; Untouched)!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Every Slide Shows: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   1. Traditional 'for' Loop Code (❌)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   2. Modern Array Method Code (✅)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   3. Proof that Original Array remains same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   4. Exact Console Execution Outputs (🖥️)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Original Stays Safe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t>let nums = [1, 2, 3];</a:t>
            </a:r>
            <a:br/>
            <a:br/>
            <a:r>
              <a:t>// ✅ Modern map creates a NEW array:</a:t>
            </a:r>
            <a:br/>
            <a:r>
              <a:t>let doubled = nums.map(n =&gt; n * 2);</a:t>
            </a:r>
            <a:br/>
            <a:br/>
            <a:r>
              <a:t>console.log(doubled); // 👉 [ 2, 4, 6 ]</a:t>
            </a:r>
            <a:br/>
            <a:r>
              <a:t>console.log(nums);    // 👉 [ 1, 2, 3 ] (ORIGINAL STAYS SAME!)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CORE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Why is 'Original Array Stays Same' So Important?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How modern methods prevent accidental data destruction (Immutability).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1. Bug Prevention: Accidental changes to original data cause hidden bugs across your app.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2. Pure &amp; Safe: Modern methods return a FRESH NEW array and NEVER touch the original.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3. Predictable: You can reuse the original array multiple times without fear.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4. Essential for React / Vue: Modern UI frameworks strictly require original data to remain unchanged!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Original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t>let originalData = [10, 20, 30];</a:t>
            </a:r>
            <a:br/>
            <a:br/>
            <a:r>
              <a:t>// Filter creates new copy</a:t>
            </a:r>
            <a:br/>
            <a:r>
              <a:t>let filtered = originalData.filter(x =&gt; x &gt; 15);</a:t>
            </a:r>
            <a:br/>
            <a:br/>
            <a:r>
              <a:t>console.log(filtered);     // 👉 [ 20, 30 ] (New)</a:t>
            </a:r>
            <a:br/>
            <a:r>
              <a:t>console.log(originalData); // 👉 [ 10, 20, 30 ] (Untouched!)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1. MAP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map()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Add 5 grace marks to all students in the 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 Data: [50, 60, 70]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Loop: Requires creating empty array and manual pushes.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map(): Returns a brand new array with transformed items.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🛡️ ORIGINAL STAYS SAME: Original 'marks' is still [50, 60, 70]!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map_comparison.js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t>let marks = [50, 60, 70];</a:t>
            </a:r>
            <a:br/>
            <a:br/>
            <a:r>
              <a:t>// ❌ OLD WAY (for loop):</a:t>
            </a:r>
            <a:br/>
            <a:r>
              <a:t>let res1 = [];</a:t>
            </a:r>
            <a:br/>
            <a:r>
              <a:t>for (let i = 0; i &lt; marks.length; i++) {</a:t>
            </a:r>
            <a:br/>
            <a:r>
              <a:t>    res1.push(marks[i] + 5);</a:t>
            </a:r>
            <a:br/>
            <a:r>
              <a:t>}</a:t>
            </a:r>
            <a:br/>
            <a:r>
              <a:t>console.log(res1); // 👉 [ 55, 65, 75 ]</a:t>
            </a:r>
            <a:br/>
            <a:br/>
            <a:r>
              <a:t>// ✅ MODERN WAY (map):</a:t>
            </a:r>
            <a:br/>
            <a:r>
              <a:t>let res2 = marks.map(m =&gt; m + 5);</a:t>
            </a:r>
            <a:br/>
            <a:r>
              <a:t>console.log(res2); // 👉 [ 55, 65, 75 ] (New Array)</a:t>
            </a:r>
            <a:br/>
            <a:r>
              <a:t>console.log(marks);// 👉 [ 50, 60, 70 ] (ORIGINAL UNTOUCHED!)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2. FILTER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filter()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Keep only passing marks (35 or above).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 Data: [85, 30, 92, 25, 70]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Loop: Needs empty array, loop, and if condition.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filter(): Collects passing marks into a fresh new array.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🛡️ ORIGINAL STAYS SAME: Original 'marks' still holds all 5 marks!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filter_comparison.js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t>let marks = [85, 30, 92, 25, 70];</a:t>
            </a:r>
            <a:br/>
            <a:br/>
            <a:r>
              <a:t>// ❌ OLD WAY (for loop):</a:t>
            </a:r>
            <a:br/>
            <a:r>
              <a:t>let pass1 = [];</a:t>
            </a:r>
            <a:br/>
            <a:r>
              <a:t>for (let i = 0; i &lt; marks.length; i++) {</a:t>
            </a:r>
            <a:br/>
            <a:r>
              <a:t>    if (marks[i] &gt;= 35) pass1.push(marks[i]);</a:t>
            </a:r>
            <a:br/>
            <a:r>
              <a:t>}</a:t>
            </a:r>
            <a:br/>
            <a:r>
              <a:t>console.log(pass1); // 👉 [ 85, 92, 70 ]</a:t>
            </a:r>
            <a:br/>
            <a:br/>
            <a:r>
              <a:t>// ✅ MODERN WAY (filter):</a:t>
            </a:r>
            <a:br/>
            <a:r>
              <a:t>let pass2 = marks.filter(m =&gt; m &gt;= 35);</a:t>
            </a:r>
            <a:br/>
            <a:r>
              <a:t>console.log(pass2); // 👉 [ 85, 92, 70 ] (New Array)</a:t>
            </a:r>
            <a:br/>
            <a:r>
              <a:t>console.log(marks); // 👉 [ 85, 30, 92, 25, 70 ] (ORIGINAL UNTOUCHED!)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3. FIND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find()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Find the user with role = 'Admin'.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 Data: List of 3 user objects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Loop: Needs 'let found = null' and manual 'break'.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find(): Stops instantly at 1st match and returns the item.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🛡️ ORIGINAL STAYS SAME: Original 'users' array still has all 3 users!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find_comparison.js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t>let users = [</a:t>
            </a:r>
            <a:br/>
            <a:r>
              <a:t>  { id: 1, role: 'Admin', name: 'Arun' },</a:t>
            </a:r>
            <a:br/>
            <a:r>
              <a:t>  { id: 2, role: 'User',  name: 'Priya' },</a:t>
            </a:r>
            <a:br/>
            <a:r>
              <a:t>  { id: 3, role: 'Admin', name: 'Divakar' }</a:t>
            </a:r>
            <a:br/>
            <a:r>
              <a:t>];</a:t>
            </a:r>
            <a:br/>
            <a:br/>
            <a:r>
              <a:t>// ❌ OLD WAY (for loop + break):</a:t>
            </a:r>
            <a:br/>
            <a:r>
              <a:t>let found1 = null;</a:t>
            </a:r>
            <a:br/>
            <a:r>
              <a:t>for (let i = 0; i &lt; users.length; i++) {</a:t>
            </a:r>
            <a:br/>
            <a:r>
              <a:t>    if (users[i].role === 'Admin') { found1 = users[i]; break; }</a:t>
            </a:r>
            <a:br/>
            <a:r>
              <a:t>}</a:t>
            </a:r>
            <a:br/>
            <a:r>
              <a:t>console.log(found1.name); // 👉 "Arun"</a:t>
            </a:r>
            <a:br/>
            <a:br/>
            <a:r>
              <a:t>// ✅ MODERN WAY (find):</a:t>
            </a:r>
            <a:br/>
            <a:r>
              <a:t>let found2 = users.find(u =&gt; u.role === 'Admin');</a:t>
            </a:r>
            <a:br/>
            <a:r>
              <a:t>console.log(found2.name); // 👉 "Arun"</a:t>
            </a:r>
            <a:br/>
            <a:r>
              <a:t>console.log(users.length);// 👉 3 (ORIGINAL ARRAY UNTOUCHED!)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4. REDUCE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reduce()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Calculate total shopping bill.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 Data: [100, 250, 50, 200]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Loop: Modifies an external 'let total = 0' variable.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reduce(): Encapsulates the sum inside an accumulator.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🛡️ ORIGINAL STAYS SAME: Original 'prices' array is completely unchanged!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reduce_comparison.js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t>let prices = [100, 250, 50, 200];</a:t>
            </a:r>
            <a:br/>
            <a:br/>
            <a:r>
              <a:t>// ❌ OLD WAY (for loop):</a:t>
            </a:r>
            <a:br/>
            <a:r>
              <a:t>let total1 = 0;</a:t>
            </a:r>
            <a:br/>
            <a:r>
              <a:t>for (let i = 0; i &lt; prices.length; i++) total1 += prices[i];</a:t>
            </a:r>
            <a:br/>
            <a:r>
              <a:t>console.log('Total: ₹' + total1); // 👉 Total: ₹600</a:t>
            </a:r>
            <a:br/>
            <a:br/>
            <a:r>
              <a:t>// ✅ MODERN WAY (reduce):</a:t>
            </a:r>
            <a:br/>
            <a:r>
              <a:t>let total2 = prices.reduce((sum, p) =&gt; sum + p, 0);</a:t>
            </a:r>
            <a:br/>
            <a:r>
              <a:t>console.log('Total: ₹' + total2); // 👉 Total: ₹600</a:t>
            </a:r>
            <a:br/>
            <a:r>
              <a:t>console.log(prices); // 👉 [ 100, 250, 50, 200 ] (ORIGINAL UNTOUCHED!)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5 &amp; 6. SOME &amp; EVERY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some() &amp; every()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Quick True / False integrity checks without modifying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 Data: [80, 90, 40, 95]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.some(): 'Did anyone fail (&lt;35)?' ➔ false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.every(): 'Did all pass (&gt;=35)?' ➔ true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🛡️ ORIGINAL STAYS SAME: Returns a simple boolean; original marks array stays 100% unchanged!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some_every_comparison.js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t>let marks = [80, 90, 40, 95];</a:t>
            </a:r>
            <a:br/>
            <a:br/>
            <a:r>
              <a:t>// ✅ Check with some() &amp; every():</a:t>
            </a:r>
            <a:br/>
            <a:r>
              <a:t>let anyFail = marks.some(m =&gt; m &lt; 35);   // 👉 false</a:t>
            </a:r>
            <a:br/>
            <a:r>
              <a:t>let allPass = marks.every(m =&gt; m &gt;= 35); // 👉 true</a:t>
            </a:r>
            <a:br/>
            <a:br/>
            <a:r>
              <a:t>console.log('Any Failed?:', anyFail);</a:t>
            </a:r>
            <a:br/>
            <a:r>
              <a:t>console.log('All Passed?:', allPass);</a:t>
            </a:r>
            <a:br/>
            <a:r>
              <a:t>console.log('Original marks:', marks); </a:t>
            </a:r>
            <a:br/>
            <a:r>
              <a:t>// 👉 [ 80, 90, 40, 95 ] (ORIGINAL UNTOUCHED!)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7. METHOD CHAINING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Method Chaining Pipeline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Filter Groceries ➔ Add 5% Tax ➔ Calculate Total Bill.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 Data: 3 items (Rice ₹100, Shirt ₹500, Dal ₹200)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3 Stages: Filter ➔ Map ➔ Reduce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Output: Total: ₹315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🛡️ ORIGINAL STAYS SAME: Original 'items' list still has all 3 items with original prices!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chaining_comparison.js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t>let items = [</a:t>
            </a:r>
            <a:br/>
            <a:r>
              <a:t>  { name: 'Rice', type: 'grocery', price: 100 },</a:t>
            </a:r>
            <a:br/>
            <a:r>
              <a:t>  { name: 'Shirt', type: 'cloth',  price: 500 },</a:t>
            </a:r>
            <a:br/>
            <a:r>
              <a:t>  { name: 'Dal',  type: 'grocery', price: 200 }</a:t>
            </a:r>
            <a:br/>
            <a:r>
              <a:t>];</a:t>
            </a:r>
            <a:br/>
            <a:br/>
            <a:r>
              <a:t>let total = items</a:t>
            </a:r>
            <a:br/>
            <a:r>
              <a:t>  .filter(i =&gt; i.type === 'grocery')</a:t>
            </a:r>
            <a:br/>
            <a:r>
              <a:t>  .map(i =&gt; i.price * 1.05)</a:t>
            </a:r>
            <a:br/>
            <a:r>
              <a:t>  .reduce((sum, p) =&gt; sum + p, 0);</a:t>
            </a:r>
            <a:br/>
            <a:br/>
            <a:r>
              <a:t>console.log('Total Grocery Bill: ₹' + total); // 👉 ₹315</a:t>
            </a:r>
            <a:br/>
            <a:r>
              <a:t>console.log('Items Count:', items.length);    // 👉 3 (ORIGINAL UNTOUCHED!)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CRUCIAL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Which Methods Keep Original Array Same?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Remember this critical table for interviews and exams: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SAFE (Original Stays Same): map, filter, reduce, find, some, every, slice, toSorted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⚠️ MUTATES (Original is Changed): sort, push, pop, shift, unshift, splice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Pro-Tip: Always use non-mutating methods for modern web apps!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Immutability Reference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t>Method    | Original Stays Same? | Returns</a:t>
            </a:r>
            <a:br/>
            <a:r>
              <a:t>--------- | -------------------- | ----------------</a:t>
            </a:r>
            <a:br/>
            <a:r>
              <a:t>.map()    | ✅ YES (Untouched)   | New Array (Same len)</a:t>
            </a:r>
            <a:br/>
            <a:r>
              <a:t>.filter() | ✅ YES (Untouched)   | New Array (Subset)</a:t>
            </a:r>
            <a:br/>
            <a:r>
              <a:t>.reduce() | ✅ YES (Untouched)   | Single Value</a:t>
            </a:r>
            <a:br/>
            <a:r>
              <a:t>.find()   | ✅ YES (Untouched)   | Single Item</a:t>
            </a:r>
            <a:br/>
            <a:r>
              <a:t>.some()   | ✅ YES (Untouched)   | true / false</a:t>
            </a:r>
            <a:br/>
            <a:r>
              <a:t>.every()  | ✅ YES (Untouched)   | true / false</a:t>
            </a:r>
            <a:br/>
            <a:r>
              <a:t>.sort()   | ⚠️ NO (Mutates!)     | Sorted Original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Thank You &amp; Open Q&amp;A!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You are now ready to deliver your seminar presentation!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Key Takeaways: Shorter code, zero index bugs, and original arrays stay 100% safe!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All presentation files and live playground are ready in your folder.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Questions and open discussion.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Seminar Files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t>// All Files in Folder:</a:t>
            </a:r>
            <a:br/>
            <a:r>
              <a:t>// 1. JS_Array_Methods_Complete_Seminar.pptx (Slide Deck)</a:t>
            </a:r>
            <a:br/>
            <a:r>
              <a:t>// 2. JS_Array_Methods_Seminar_Notes.md (Speaker Scripts)</a:t>
            </a:r>
            <a:br/>
            <a:r>
              <a:t>// 3. JS_Array_Methods_Seminar.html (Live Web Playground)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