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everyone! Today we will compare traditional for-loops with modern array methods side-by-side on every slide so you can easily see the power of modern JavaScript.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declarative methods tell the engine WHAT you want, avoiding off-by-one errors and mutations.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map() eliminates the need to create 'let newMarks = []' before 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audience: Which one would you rather debug at 2 AM? 1 line of filter or 6 lines of loop?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how find() automatically breaks early without needing a manual break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accumulator as the running total that carries over from item to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some() short-circuits instantly when a match is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every() stops as soon as it sees a single failing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method chaining turns a complex business logic into an easy-to-follow recipe.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the audience to take a picture of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everyone for attending and open the floor to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SEMINAR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JavaScript Array Methods vs Traditional 'for'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A Complete Side-by-Side Comparison for Every Major Array Operation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Why this Seminar? Learn why modern JavaScript replaced loops with methods.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Traditional Way: Manual counters (i=0), empty arrays, manual push &amp; breaks.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Modern Way: Declarative, 1-line, bug-free, and immutable.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 this presentation, EVERY method is compared directly against its 'for' loop counterpart!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⚖️ Comparison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// ❌ OLD WAY (5 lines &amp; manual counter):</a:t>
            </a:r>
            <a:br/>
            <a:r>
              <a:t>let res = [];</a:t>
            </a:r>
            <a:br/>
            <a:r>
              <a:t>for(let i=0; i&lt;nums.length; i++) res.push(nums[i]*2);</a:t>
            </a:r>
            <a:br/>
            <a:br/>
            <a:r>
              <a:t>// ✅ MODERN WAY (1 line &amp; crystal clear):</a:t>
            </a:r>
            <a:br/>
            <a:r>
              <a:t>let res = nums.map(n =&gt; n * 2);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Why Replace 'for' Loops with Array Methods?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Understanding the 4 biggest advantages of modern array methods.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1. Shorter Code: 1 single line replaces 5 to 8 lines of loop code.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2. Zero Index Bugs: No 'i = 0', 'i &lt; arr.length', or 'i++' mistakes.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3. Safe (Immutability): Methods return a fresh new array, protecting original data.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4. Self-Documenting: Reading '.filter()' or '.map()' immediately shows programmer intent.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⚖️ Mental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/*</a:t>
            </a:r>
            <a:br/>
            <a:r>
              <a:t> Traditional Loop:</a:t>
            </a:r>
            <a:br/>
            <a:r>
              <a:t> Tells computer 'HOW' to step &amp; count.</a:t>
            </a:r>
            <a:br/>
            <a:r>
              <a:t> </a:t>
            </a:r>
            <a:br/>
            <a:r>
              <a:t> Modern Array Method:</a:t>
            </a:r>
            <a:br/>
            <a:r>
              <a:t> Tells computer 'WHAT' data you want.</a:t>
            </a:r>
            <a:br/>
            <a:r>
              <a:t>*/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COMPARISON 1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map() vs 'for' Loop — Transforming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Adding 5 grace marks to all students in a 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Goal: Modify every element in the array and return the new list.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 Drawback: Must create empty array 'newMarks = []' and manually push.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map() Advantage: Automatically returns a new array of the exact same size in 1 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⚖️ map() vs for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let marks = [50, 60, 70];</a:t>
            </a:r>
            <a:br/>
            <a:br/>
            <a:r>
              <a:t>// ❌ OLD WAY (for loop):</a:t>
            </a:r>
            <a:br/>
            <a:r>
              <a:t>let newMarks = [];</a:t>
            </a:r>
            <a:br/>
            <a:r>
              <a:t>for (let i = 0; i &lt; marks.length; i++) {</a:t>
            </a:r>
            <a:br/>
            <a:r>
              <a:t>    newMarks.push(marks[i] + 5);</a:t>
            </a:r>
            <a:br/>
            <a:r>
              <a:t>}</a:t>
            </a:r>
            <a:br/>
            <a:br/>
            <a:r>
              <a:t>// ✅ MODERN WAY (map):</a:t>
            </a:r>
            <a:br/>
            <a:r>
              <a:t>let newMarks = marks.map(m =&gt; m + 5);</a:t>
            </a:r>
            <a:br/>
            <a:r>
              <a:t>// 👉 [55, 65, 75]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COMPARISON 2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filter() vs 'for' Loop — Picking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Keeping only students who scored pass marks (&gt;= 35).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Goal: Filter an array based on a condition (Keep passing marks).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 Drawback: Needs an empty array, a loop, and a nested if statement.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filter() Advantage: Keeps everything that returns true in 1 clean 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⚖️ filter() vs for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let marks = [85, 30, 92, 25, 70];</a:t>
            </a:r>
            <a:br/>
            <a:br/>
            <a:r>
              <a:t>// ❌ OLD WAY (for loop):</a:t>
            </a:r>
            <a:br/>
            <a:r>
              <a:t>let passed = [];</a:t>
            </a:r>
            <a:br/>
            <a:r>
              <a:t>for (let i = 0; i &lt; marks.length; i++) {</a:t>
            </a:r>
            <a:br/>
            <a:r>
              <a:t>    if (marks[i] &gt;= 35) {</a:t>
            </a:r>
            <a:br/>
            <a:r>
              <a:t>        passed.push(marks[i]);</a:t>
            </a:r>
            <a:br/>
            <a:r>
              <a:t>    }</a:t>
            </a:r>
            <a:br/>
            <a:r>
              <a:t>}</a:t>
            </a:r>
            <a:br/>
            <a:br/>
            <a:r>
              <a:t>// ✅ MODERN WAY (filter):</a:t>
            </a:r>
            <a:br/>
            <a:r>
              <a:t>let passed = marks.filter(m =&gt; m &gt;= 35);</a:t>
            </a:r>
            <a:br/>
            <a:r>
              <a:t>// 👉 [85, 92, 70]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COMPARISON 3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find() vs 'for' Loop — Searching 1 Item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Finding the specific student with ID = 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Goal: Find and return the FIRST matching object.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 Drawback: Needs 'let found = null' and a manual 'break' statement.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find() Advantage: Stops searching immediately on 1st match and returns the item.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💡 vs filter(): filter() gives a LIST [ ], find() gives the ITEM itself { }.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⚖️ find() vs for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let students = [</a:t>
            </a:r>
            <a:br/>
            <a:r>
              <a:t>  { id: 1, name: 'Arun' },</a:t>
            </a:r>
            <a:br/>
            <a:r>
              <a:t>  { id: 2, name: 'Priya' },</a:t>
            </a:r>
            <a:br/>
            <a:r>
              <a:t>  { id: 3, name: 'Divakar' }</a:t>
            </a:r>
            <a:br/>
            <a:r>
              <a:t>];</a:t>
            </a:r>
            <a:br/>
            <a:br/>
            <a:r>
              <a:t>// ❌ OLD WAY (for loop + break):</a:t>
            </a:r>
            <a:br/>
            <a:r>
              <a:t>let found = null;</a:t>
            </a:r>
            <a:br/>
            <a:r>
              <a:t>for (let i = 0; i &lt; students.length; i++) {</a:t>
            </a:r>
            <a:br/>
            <a:r>
              <a:t>    if (students[i].id === 2) {</a:t>
            </a:r>
            <a:br/>
            <a:r>
              <a:t>        found = students[i];</a:t>
            </a:r>
            <a:br/>
            <a:r>
              <a:t>        break; // stop loop</a:t>
            </a:r>
            <a:br/>
            <a:r>
              <a:t>    }</a:t>
            </a:r>
            <a:br/>
            <a:r>
              <a:t>}</a:t>
            </a:r>
            <a:br/>
            <a:br/>
            <a:r>
              <a:t>// ✅ MODERN WAY (find):</a:t>
            </a:r>
            <a:br/>
            <a:r>
              <a:t>let found = students.find(s =&gt; s.id === 2);</a:t>
            </a:r>
            <a:br/>
            <a:r>
              <a:t>// 👉 { id: 2, name: 'Priya'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COMPARISON 4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reduce() vs 'for' Loop — Calculating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Adding all cart item prices into one grand total.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Goal: Combine all array numbers into ONE single answer (Total Bill).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 Drawback: Modifies an external variable 'let total = 0' outside loop.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reduce() Advantage: Encapsulates the entire calculation with an accumulator.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⚖️ reduce() vs for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let prices = [100, 250, 50, 200];</a:t>
            </a:r>
            <a:br/>
            <a:br/>
            <a:r>
              <a:t>// ❌ OLD WAY (for loop):</a:t>
            </a:r>
            <a:br/>
            <a:r>
              <a:t>let totalBill = 0;</a:t>
            </a:r>
            <a:br/>
            <a:r>
              <a:t>for (let i = 0; i &lt; prices.length; i++) {</a:t>
            </a:r>
            <a:br/>
            <a:r>
              <a:t>    totalBill += prices[i];</a:t>
            </a:r>
            <a:br/>
            <a:r>
              <a:t>}</a:t>
            </a:r>
            <a:br/>
            <a:br/>
            <a:r>
              <a:t>// ✅ MODERN WAY (reduce):</a:t>
            </a:r>
            <a:br/>
            <a:r>
              <a:t>let totalBill = prices.reduce((tot, p) =&gt; tot + p, 0);</a:t>
            </a:r>
            <a:br/>
            <a:br/>
            <a:r>
              <a:t>console.log('Total: ₹' + totalBill);</a:t>
            </a:r>
            <a:br/>
            <a:r>
              <a:t>// 👉 Total: ₹600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COMPARISON 5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some() vs 'for' Loop — Checking Any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Checking if ANY student failed (&lt; 35).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Goal: Return true if AT LEAST ONE item satisfies the condition.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 Drawback: Needs a manual flag 'let hasFailed = false' and 'break'.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some() Advantage: Returns boolean (true/false) directly in 1 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⚖️ some() vs for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let marks = [80, 90, 40, 95];</a:t>
            </a:r>
            <a:br/>
            <a:br/>
            <a:r>
              <a:t>// ❌ OLD WAY (for loop):</a:t>
            </a:r>
            <a:br/>
            <a:r>
              <a:t>let anyFailed = false;</a:t>
            </a:r>
            <a:br/>
            <a:r>
              <a:t>for (let i = 0; i &lt; marks.length; i++) {</a:t>
            </a:r>
            <a:br/>
            <a:r>
              <a:t>    if (marks[i] &lt; 35) {</a:t>
            </a:r>
            <a:br/>
            <a:r>
              <a:t>        anyFailed = true;</a:t>
            </a:r>
            <a:br/>
            <a:r>
              <a:t>        break;</a:t>
            </a:r>
            <a:br/>
            <a:r>
              <a:t>    }</a:t>
            </a:r>
            <a:br/>
            <a:r>
              <a:t>}</a:t>
            </a:r>
            <a:br/>
            <a:br/>
            <a:r>
              <a:t>// ✅ MODERN WAY (some):</a:t>
            </a:r>
            <a:br/>
            <a:r>
              <a:t>let anyFailed = marks.some(m =&gt; m &lt; 35);</a:t>
            </a:r>
            <a:br/>
            <a:r>
              <a:t>// 👉 false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COMPARISON 6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every() vs 'for' Loop — Checking All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Checking if ALL students passed (&gt;= 35).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Goal: Return true ONLY IF EVERY SINGLE item satisfies the condition.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 Drawback: Needs 'let allPassed = true' and negative checks.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every() Advantage: Reads like natural English: 'marks.every(m &gt;= 35)'.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⚖️ every() vs for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let marks = [80, 90, 40, 95];</a:t>
            </a:r>
            <a:br/>
            <a:br/>
            <a:r>
              <a:t>// ❌ OLD WAY (for loop):</a:t>
            </a:r>
            <a:br/>
            <a:r>
              <a:t>let allPassed = true;</a:t>
            </a:r>
            <a:br/>
            <a:r>
              <a:t>for (let i = 0; i &lt; marks.length; i++) {</a:t>
            </a:r>
            <a:br/>
            <a:r>
              <a:t>    if (marks[i] &lt; 35) {</a:t>
            </a:r>
            <a:br/>
            <a:r>
              <a:t>        allPassed = false;</a:t>
            </a:r>
            <a:br/>
            <a:r>
              <a:t>        break;</a:t>
            </a:r>
            <a:br/>
            <a:r>
              <a:t>    }</a:t>
            </a:r>
            <a:br/>
            <a:r>
              <a:t>}</a:t>
            </a:r>
            <a:br/>
            <a:br/>
            <a:r>
              <a:t>// ✅ MODERN WAY (every):</a:t>
            </a:r>
            <a:br/>
            <a:r>
              <a:t>let allPassed = marks.every(m =&gt; m &gt;= 35);</a:t>
            </a:r>
            <a:br/>
            <a:r>
              <a:t>// 👉 true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PIPELINE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Method Chaining vs Traditional Loop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Filter Groceries ➔ Add 5% Tax ➔ Calculate Total Bill.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Complex Problem: 3 different transformation steps on a list.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 Drawback: Messy nested conditions and temporary variables.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Chaining Advantage: Connects filter() ➔ map() ➔ reduce() in 1 clean flow!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⚖️ Chaining vs for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let items = [</a:t>
            </a:r>
            <a:br/>
            <a:r>
              <a:t>  { name: 'Rice', type: 'grocery', price: 100 },</a:t>
            </a:r>
            <a:br/>
            <a:r>
              <a:t>  { name: 'Shirt', type: 'cloth',  price: 500 },</a:t>
            </a:r>
            <a:br/>
            <a:r>
              <a:t>  { name: 'Dal',  type: 'grocery', price: 200 }</a:t>
            </a:r>
            <a:br/>
            <a:r>
              <a:t>];</a:t>
            </a:r>
            <a:br/>
            <a:br/>
            <a:r>
              <a:t>// ❌ OLD WAY (for loop):</a:t>
            </a:r>
            <a:br/>
            <a:r>
              <a:t>let total = 0;</a:t>
            </a:r>
            <a:br/>
            <a:r>
              <a:t>for (let i = 0; i &lt; items.length; i++) {</a:t>
            </a:r>
            <a:br/>
            <a:r>
              <a:t>    if (items[i].type === 'grocery') {</a:t>
            </a:r>
            <a:br/>
            <a:r>
              <a:t>        total += items[i].price * 1.05;</a:t>
            </a:r>
            <a:br/>
            <a:r>
              <a:t>    }</a:t>
            </a:r>
            <a:br/>
            <a:r>
              <a:t>}</a:t>
            </a:r>
            <a:br/>
            <a:br/>
            <a:r>
              <a:t>// ✅ MODERN WAY (Method Chaining):</a:t>
            </a:r>
            <a:br/>
            <a:r>
              <a:t>let total = items</a:t>
            </a:r>
            <a:br/>
            <a:r>
              <a:t>  .filter(i =&gt; i.type === 'grocery')</a:t>
            </a:r>
            <a:br/>
            <a:r>
              <a:t>  .map(i =&gt; i.price * 1.05)</a:t>
            </a:r>
            <a:br/>
            <a:r>
              <a:t>  .reduce((sum, p) =&gt; sum + p, 0);</a:t>
            </a:r>
            <a:br/>
            <a:r>
              <a:t>// 👉 ₹315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MASTER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Side-by-Side Comparison Summary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Keep this slide for your quick reference and exam revision: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Modify Every Item ➔ Use .map()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Pick Matching Items ➔ Use .filter()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Search First Match ➔ Use .find()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Calculate 1 Total ➔ Use .reduce()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Check If Any Match ➔ Use .some()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Check If All Match ➔ Use .every()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⚖️ Comparison Cheat 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Operation    | ❌ Old for loop  | ✅ Modern Method</a:t>
            </a:r>
            <a:br/>
            <a:r>
              <a:t>------------ | ---------------- | -----------------</a:t>
            </a:r>
            <a:br/>
            <a:r>
              <a:t>Transform    | loop + push      | arr.map(...)</a:t>
            </a:r>
            <a:br/>
            <a:r>
              <a:t>Filter       | loop + if + push | arr.filter(...)</a:t>
            </a:r>
            <a:br/>
            <a:r>
              <a:t>Search       | loop + break     | arr.find(...)</a:t>
            </a:r>
            <a:br/>
            <a:r>
              <a:t>Calculate    | loop + sum +=    | arr.reduce(...)</a:t>
            </a:r>
            <a:br/>
            <a:r>
              <a:t>Check Any    | loop + flag + brk| arr.some(...)</a:t>
            </a:r>
            <a:br/>
            <a:r>
              <a:t>Check All    | loop + flag + brk| arr.every(...)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Thank You &amp; Q&amp;A!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You are now ready to write modern, clean, and bug-free JavaScript!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Modern array methods save time, reduce bugs, and make code readable.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All presentation files and live playground are ready in your folder.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Feel free to ask any questions!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⚖️ Seminar Files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// Files in your project directory:</a:t>
            </a:r>
            <a:br/>
            <a:r>
              <a:t>// 1. JS_Array_Methods_Comparison_Seminar.pptx (This Slide Deck)</a:t>
            </a:r>
            <a:br/>
            <a:r>
              <a:t>// 2. JS_Array_Methods_Seminar_Notes.md (Speaker Notes)</a:t>
            </a:r>
            <a:br/>
            <a:r>
              <a:t>// 3. JS_Array_Methods_Seminar.html (Interactive Runner)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