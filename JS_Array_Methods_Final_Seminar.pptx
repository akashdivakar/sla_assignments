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energy: 'Hello everyone! Welcome to today's seminar. Today we will answer two of the biggest questions in JavaScript: Why not just use for-loops, and what is the difference between find and filter?'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to the audience: 'A for loop tells JavaScript HOW to count and step through. An array method tells JavaScript WHAT you want. It reduces bugs and makes you 10x faster.'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A photocopy machine that stamps a logo onto every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Filter always returns an array, even if only 1 item matches or 0 items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police analogy: filter() is rounding up all suspects in a room. find() is finding the one suspect with fingerprint match and stopping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cash register analogy: item 1 scanned, item 2 scanned, total increases until receipt is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= 'Is there any fruit left in basket?' every = 'Are all fruits apples?'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elegant this is: No temp arrays, no nested loops, crystal clear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students to take a photo of this slide for easy revision!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to questions and thank the audience!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JavaScript Array Methods Made Super Simple!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Learn how to work with lists of data easily without writing long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What is an Array? A simple list of data (e.g., marks, names, prices).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Why this Seminar? Stop writing messy loops and start writing clean 1-line code!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Key Questions we will answer today: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1. Why use these methods instead of a traditional for loop?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2. What is the real difference between find() and filter()?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3. How do map(), reduce(), some(), and every() work in real life?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Sneak Peek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// Double all numbers in 1 clean line:</a:t>
            </a:r>
            <a:br/>
            <a:r>
              <a:t>let numbers = [1, 2, 3, 4, 5];</a:t>
            </a:r>
            <a:br/>
            <a:br/>
            <a:r>
              <a:t>let doubled = numbers.map(n =&gt; n * 2);</a:t>
            </a:r>
            <a:br/>
            <a:br/>
            <a:r>
              <a:t>console.log(doubled);</a:t>
            </a:r>
            <a:br/>
            <a:r>
              <a:t>// 👉 [2, 4, 6, 8, 10]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BIG QUESTION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Use Array Methods Instead of 'for' Loop?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Traditional loops work, but they cause bugs and messy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1. Less Code, More Clear: 1 line of code replaces 5-8 lines of loop code.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2. No Index Tracking Bugs: No 'i = 0', 'i &lt; arr.length', or 'i++' mistakes.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3. Safe &amp; Non-Destructive (Immutability): Methods like map/filter create a NEW list without modifying the original data.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4. Easy to Read (Expresses Intent): Anyone reading '.filter()' instantly knows you are filtering, without tracing loop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for Loop vs Array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// Input Data:</a:t>
            </a:r>
            <a:br/>
            <a:r>
              <a:t>let marks = [85, 30, 92, 25, 70];</a:t>
            </a:r>
            <a:br/>
            <a:br/>
            <a:r>
              <a:t>// ❌ OLD WAY (for loop - 5 lines &amp; messy):</a:t>
            </a:r>
            <a:br/>
            <a:r>
              <a:t>let result = [];</a:t>
            </a:r>
            <a:br/>
            <a:r>
              <a:t>for (let i = 0; i &lt; marks.length; i++) {</a:t>
            </a:r>
            <a:br/>
            <a:r>
              <a:t>    if (marks[i] &gt;= 35) {</a:t>
            </a:r>
            <a:br/>
            <a:r>
              <a:t>        result.push(marks[i]);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✅ MODERN WAY (1 line &amp; crystal clear):</a:t>
            </a:r>
            <a:br/>
            <a:r>
              <a:t>let result = marks.filter(m =&gt; m &gt;= 35);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1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map() — The 'Change Everyone'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map() when you want to change or convert EVERY item in a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Example: Giving ₹100 bonus pocket money to every student.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Golden Rule: 5 items in ➔ 5 changed items out (Equal length).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Original list is safe: Returns a brand new list.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When to use? Adding tax to prices, converting names to uppercase, formatting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map_example.js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marks = [50, 60, 70];</a:t>
            </a:r>
            <a:br/>
            <a:br/>
            <a:r>
              <a:t>// Add 5 grace marks to all students</a:t>
            </a:r>
            <a:br/>
            <a:r>
              <a:t>let newMarks = marks.map(m =&gt; m + 5);</a:t>
            </a:r>
            <a:br/>
            <a:br/>
            <a:r>
              <a:t>console.log(newMarks);</a:t>
            </a:r>
            <a:br/>
            <a:r>
              <a:t>// 👉 [55, 65, 75]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filter() — The 'Tea Strainer'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filter() when you want to keep only the items that pass a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Example: A tea strainer keeps the tea and stops the leaves.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Golden Rule: It checks True or False for each item.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If True  👉 Item stays in the new list.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If False 👉 Item is dropped.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Returns: A LIST (Array) containing ALL matching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filter_example.js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Keep all pass marks (&gt;= 35)</a:t>
            </a:r>
            <a:br/>
            <a:r>
              <a:t>let passed = marks.filter(m =&gt; m &gt;= 35);</a:t>
            </a:r>
            <a:br/>
            <a:br/>
            <a:r>
              <a:t>console.log(passed);</a:t>
            </a:r>
            <a:br/>
            <a:r>
              <a:t>// 👉 [85, 92, 70] (Returns an Array)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BIG QUESTION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find() vs filter() — What is the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Both search through an array, but they give completely different results!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filter() gives ALL matches inside an Array [ ... ]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Scans the ENTIRE list from start to finish.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find() gives ONLY the FIRST matching item directly { ... }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Stops searching the instant it finds the first match! (Faster ⚡)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If no match found: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filter() gives empty array []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find() gives undefined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find_vs_filter.js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users = [</a:t>
            </a:r>
            <a:br/>
            <a:r>
              <a:t>  { id: 1, role: 'Admin', name: 'Arun' },</a:t>
            </a:r>
            <a:br/>
            <a:r>
              <a:t>  { id: 2, role: 'User',  name: 'Priya' },</a:t>
            </a:r>
            <a:br/>
            <a:r>
              <a:t>  { id: 3, role: 'Admin', name: 'Divakar' }</a:t>
            </a:r>
            <a:br/>
            <a:r>
              <a:t>];</a:t>
            </a:r>
            <a:br/>
            <a:br/>
            <a:r>
              <a:t>// 1. filter() -&gt; Gets ALL Admins in an Array</a:t>
            </a:r>
            <a:br/>
            <a:r>
              <a:t>let allAdmins = users.filter(u =&gt; u.role === 'Admin');</a:t>
            </a:r>
            <a:br/>
            <a:r>
              <a:t>console.log(allAdmins.length); // 👉 2</a:t>
            </a:r>
            <a:br/>
            <a:br/>
            <a:r>
              <a:t>// 2. find() -&gt; Gets ONLY the FIRST Admin item</a:t>
            </a:r>
            <a:br/>
            <a:r>
              <a:t>let firstAdmin = users.find(u =&gt; u.role === 'Admin');</a:t>
            </a:r>
            <a:br/>
            <a:r>
              <a:t>console.log(firstAdmin.name);  // 👉 'Arun'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reduce() — The 'Calculator / Piggy Bank'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reduce() when you want to combine all items into ONE single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Example: Adding coins into a piggy bank to count total money.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Accumulator (acc): Carries the running sum from step to step.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Golden Rule: Always provide a starting number (e.g., 0).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When to use? Total shopping bill, class average, highest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reduce_example.js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cartPrices = [100, 250, 50, 200];</a:t>
            </a:r>
            <a:br/>
            <a:br/>
            <a:r>
              <a:t>// Add all prices starting from 0</a:t>
            </a:r>
            <a:br/>
            <a:r>
              <a:t>let totalBill = cartPrices.reduce((total, price) =&gt; {</a:t>
            </a:r>
            <a:br/>
            <a:r>
              <a:t>    return total + price;</a:t>
            </a:r>
            <a:br/>
            <a:r>
              <a:t>}, 0);</a:t>
            </a:r>
            <a:br/>
            <a:br/>
            <a:r>
              <a:t>console.log('Total Bill: ₹' + totalBill);</a:t>
            </a:r>
            <a:br/>
            <a:r>
              <a:t>// 👉 Total Bill: ₹600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5 &amp;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some() &amp; every() — The Yes/No Question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these when you only want a simple True or False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some() = 'Is at least ONE matching?' (OR logic)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Example: 'Did ANY student fail the exam?'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every() = 'Are ALL items matching?' (AND logic)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Example: 'Did EVERY student pass the exam?'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Super Fast: They stop checking as soon as the answer is known.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some_every_example.js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Did anyone fail? (&lt; 35)</a:t>
            </a:r>
            <a:br/>
            <a:r>
              <a:t>let hasFailed = marks.some(m =&gt; m &lt; 35);</a:t>
            </a:r>
            <a:br/>
            <a:r>
              <a:t>console.log(hasFailed); // 👉 false</a:t>
            </a:r>
            <a:br/>
            <a:br/>
            <a:r>
              <a:t>// Did everyone pass? (&gt;= 35)</a:t>
            </a:r>
            <a:br/>
            <a:r>
              <a:t>let allPassed = marks.every(m =&gt; m &gt;= 35);</a:t>
            </a:r>
            <a:br/>
            <a:r>
              <a:t>console.log(allPassed); // 👉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PIPELINE MAGIC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 Chaining — Combining Methods Together!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Connect methods like train coaches to solve complex problems in 1 clean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Problem: Shopping Cart with Groceries &amp; Clothes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Step 1: Pick only groceries (.filter)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Step 2: Add 5% GST tax to each (.map)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Step 3: Calculate the final total bill (.reduce)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All 3 steps connect together in a single readable pipeline!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chaining_pipeline.js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let groceryBill = items</a:t>
            </a:r>
            <a:br/>
            <a:r>
              <a:t>  .filter(i =&gt; i.type === 'grocery') // Step 1: Rice, Dal</a:t>
            </a:r>
            <a:br/>
            <a:r>
              <a:t>  .map(i =&gt; i.price * 1.05)          // Step 2: +5% Tax</a:t>
            </a:r>
            <a:br/>
            <a:r>
              <a:t>  .reduce((sum, p) =&gt; sum + p, 0);   // Step 3: Total</a:t>
            </a:r>
            <a:br/>
            <a:br/>
            <a:r>
              <a:t>console.log('Total Grocery Bill: ₹' + groceryBill);</a:t>
            </a:r>
            <a:br/>
            <a:r>
              <a:t>// 👉 Total Grocery Bill: ₹315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EASY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Quick Summary: Which Method When?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The ultimate quick reference for your exams and interviews: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Change every item? ➔ .map()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Pick all matching items? ➔ .filter()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Search only the first match? ➔ .find()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Calculate one total? ➔ .reduce()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Is at least one matching? ➔ .some()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Are all items matching? ➔ .every()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Just need to print/log? ➔ .forEach()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Quick 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Method    | What it Does         | Return Type</a:t>
            </a:r>
            <a:br/>
            <a:r>
              <a:t>--------- | -------------------- | -------------</a:t>
            </a:r>
            <a:br/>
            <a:r>
              <a:t>map()     | Change each item     | New Array</a:t>
            </a:r>
            <a:br/>
            <a:r>
              <a:t>filter()  | Pick ALL matching    | New Array</a:t>
            </a:r>
            <a:br/>
            <a:r>
              <a:t>find()    | Pick FIRST match     | Single Item</a:t>
            </a:r>
            <a:br/>
            <a:r>
              <a:t>reduce()  | Calculate total      | Single Value</a:t>
            </a:r>
            <a:br/>
            <a:r>
              <a:t>some()    | At least one match?  | true / false</a:t>
            </a:r>
            <a:br/>
            <a:r>
              <a:t>every()   | All items matching?  | true / 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Thank You! 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You are now ready to write clean, modern, and bug-free JavaScript!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Say goodbye to messy for-loops!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Use find() when you want 1 item, filter() when you want a list.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Try the interactive sandbox in JS_Array_Methods_Seminar.html!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Seminar Files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// In your folder:</a:t>
            </a:r>
            <a:br/>
            <a:r>
              <a:t>// 1. JS_Array_Methods_Seminar_Simple.pptx</a:t>
            </a:r>
            <a:br/>
            <a:r>
              <a:t>// 2. JS_Array_Methods_Seminar_Notes.md</a:t>
            </a:r>
            <a:br/>
            <a:r>
              <a:t>// 3. JS_Array_Methods_Seminar.html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