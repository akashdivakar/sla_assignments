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'1.0' encoding='UTF-8' standalone='yes'?>
<p:notesMaster xmlns:a="http://schemas.openxmlformats.org/drawingml/2006/main" xmlns:p="http://schemas.openxmlformats.org/presentationml/2006/main" xmlns:r="http://schemas.openxmlformats.org/officeDocument/2006/relationships"><p:cSld><p:bg><p:bgRef idx="1001"><a:schemeClr val="bg1"/></p:bgRef></p:bg><p:spTree><p:nvGrpSpPr><p:cNvPr id="1" name=""/><p:cNvGrpSpPr/><p:nvPr/></p:nvGrpSpPr><p:grpSpPr><a:xfrm><a:off x="0" y="0"/><a:ext cx="0" cy="0"/><a:chOff x="0" y="0"/><a:chExt cx="0" cy="0"/></a:xfrm></p:grpSpPr><p:sp><p:nvSpPr><p:cNvPr id="2" name="Header Placeholder 1"/><p:cNvSpPr><a:spLocks noGrp="1"/></p:cNvSpPr><p:nvPr><p:ph type="hdr" sz="quarter"/></p:nvPr></p:nvSpPr><p:spPr><a:xfrm><a:off x="0" y="0"/><a:ext cx="2971800" cy="457200"/></a:xfrm><a:prstGeom prst="rect"><a:avLst/></a:prstGeom></p:spPr><p:txBody><a:bodyPr vert="horz" lIns="91440" tIns="45720" rIns="91440" bIns="45720" rtlCol="0"/><a:lstStyle><a:lvl1pPr algn="l"><a:defRPr sz="1200"/></a:lvl1pPr></a:lstStyle><a:p><a:endParaRPr lang="en-US"/></a:p></p:txBody></p:sp><p:sp><p:nvSpPr><p:cNvPr id="3" name="Date Placeholder 2"/><p:cNvSpPr><a:spLocks noGrp="1"/></p:cNvSpPr><p:nvPr><p:ph type="dt" idx="1"/></p:nvPr></p:nvSpPr><p:spPr><a:xfrm><a:off x="3884613" y="0"/><a:ext cx="2971800" cy="457200"/></a:xfrm><a:prstGeom prst="rect"><a:avLst/></a:prstGeom></p:spPr><p:txBody><a:bodyPr vert="horz" lIns="91440" tIns="45720" rIns="91440" bIns="45720" rtlCol="0"/><a:lstStyle><a:lvl1pPr algn="r"><a:defRPr sz="1200"/></a:lvl1pPr></a:lstStyle><a:p><a:fld id="{0F89C1C7-3DCD-1040-A9CF-14679D8B5DDD}" type="datetimeFigureOut"><a:rPr lang="en-US" smtClean="0"/ noProof="1" lang="zxx"><a:t>10/17/16</a:t></a:fld><a:endParaRPr lang="en-US"/></a:p></p:txBody></p:sp><p:sp><p:nvSpPr><p:cNvPr id="4" name="Slide Image Placeholder 3"/><p:cNvSpPr><a:spLocks noGrp="1" noRot="1" noChangeAspect="1"/></p:cNvSpPr><p:nvPr><p:ph type="sldImg" idx="2"/></p:nvPr></p:nvSpPr><p:spPr><a:xfrm><a:off x="1143000" y="685800"/><a:ext cx="4572000" cy="3429000"/></a:xfrm><a:prstGeom prst="rect"><a:avLst/></a:prstGeom><a:noFill/><a:ln w="12700"><a:solidFill><a:prstClr val="black"/></a:solidFill></a:ln></p:spPr><p:txBody><a:bodyPr vert="horz" lIns="91440" tIns="45720" rIns="91440" bIns="45720" rtlCol="0" anchor="ctr"/><a:lstStyle/><a:p><a:endParaRPr lang="en-US"/></a:p></p:txBody></p:sp><p:sp><p:nvSpPr><p:cNvPr id="5" name="Notes Placeholder 4"/><p:cNvSpPr><a:spLocks noGrp="1"/></p:cNvSpPr><p:nvPr><p:ph type="body" sz="quarter" idx="3"/></p:nvPr></p:nvSpPr><p:spPr><a:xfrm><a:off x="685800" y="4343400"/><a:ext cx="5486400" cy="4114800"/></a:xfrm><a:prstGeom prst="rect"><a:avLst/></a:prstGeom></p:spPr><p:txBody><a:bodyPr vert="horz" lIns="91440" tIns="45720" rIns="91440" bIns="45720" rtlCol="0"/><a:lstStyle/><a:p><a:pPr lvl="0"/><a:r><a:rPr lang="en-US" smtClean="0"/ noProof="1" lang="zxx"><a:t>Click to edit Master text styles</a:t></a:r></a:p><a:p><a:pPr lvl="1"/><a:r><a:rPr lang="en-US" smtClean="0"/ noProof="1" lang="zxx"><a:t>Second level</a:t></a:r></a:p><a:p><a:pPr lvl="2"/><a:r><a:rPr lang="en-US" smtClean="0"/ noProof="1" lang="zxx"><a:t>Third level</a:t></a:r></a:p><a:p><a:pPr lvl="3"/><a:r><a:rPr lang="en-US" smtClean="0"/ noProof="1" lang="zxx"><a:t>Fourth level</a:t></a:r></a:p><a:p><a:pPr lvl="4"/><a:r><a:rPr lang="en-US" smtClean="0"/ noProof="1" lang="zxx"><a:t>Fifth level</a:t></a:r><a:endParaRPr lang="en-US"/></a:p></p:txBody></p:sp><p:sp><p:nvSpPr><p:cNvPr id="6" name="Footer Placeholder 5"/><p:cNvSpPr><a:spLocks noGrp="1"/></p:cNvSpPr><p:nvPr><p:ph type="ftr" sz="quarter" idx="4"/></p:nvPr></p:nvSpPr><p:spPr><a:xfrm><a:off x="0" y="8685213"/><a:ext cx="2971800" cy="457200"/></a:xfrm><a:prstGeom prst="rect"><a:avLst/></a:prstGeom></p:spPr><p:txBody><a:bodyPr vert="horz" lIns="91440" tIns="45720" rIns="91440" bIns="45720" rtlCol="0" anchor="b"/><a:lstStyle><a:lvl1pPr algn="l"><a:defRPr sz="1200"/></a:lvl1pPr></a:lstStyle><a:p><a:endParaRPr lang="en-US"/></a:p></p:txBody></p:sp><p:sp><p:nvSpPr><p:cNvPr id="7" name="Slide Number Placeholder 6"/><p:cNvSpPr><a:spLocks noGrp="1"/></p:cNvSpPr><p:nvPr><p:ph type="sldNum" sz="quarter" idx="5"/></p:nvPr></p:nvSpPr><p:spPr><a:xfrm><a:off x="3884613" y="8685213"/><a:ext cx="2971800" cy="457200"/></a:xfrm><a:prstGeom prst="rect"><a:avLst/></a:prstGeom></p:spPr><p:txBody><a:bodyPr vert="horz" lIns="91440" tIns="45720" rIns="91440" bIns="45720" rtlCol="0" anchor="b"/><a:lstStyle><a:lvl1pPr algn="r"><a:defRPr sz="1200"/></a:lvl1pPr></a:lstStyle><a:p><a:fld id="{BB5E49A5-4136-284D-997B-48E1D791AD67}" type="slidenum"><a:rPr lang="en-US" smtClean="0"/ noProof="1" lang="zxx"><a:t>‹#›</a:t></a:fld><a:endParaRPr lang="en-US"/></a:p></p:txBody></p:sp></p:spTree><p:extLst><p:ext uri="{BB962C8B-B14F-4D97-AF65-F5344CB8AC3E}"><p14:creationId xmlns:p14="http://schemas.microsoft.com/office/powerpoint/2010/main" val="2623252185"/></p:ext></p:extLst></p:cSld><p:clrMap bg1="lt1" tx1="dk1" bg2="lt2" tx2="dk2" accent1="accent1" accent2="accent2" accent3="accent3" accent4="accent4" accent5="accent5" accent6="accent6" hlink="hlink" folHlink="folHlink"/><p:notesStyle><a:lvl1pPr marL="0" algn="l" defTabSz="457200" rtl="0" eaLnBrk="1" latinLnBrk="0" hangingPunct="1"><a:defRPr sz="1200" kern="1200"><a:solidFill><a:schemeClr val="tx1"/></a:solidFill><a:latin typeface="+mn-lt"/><a:ea typeface="+mn-ea"/><a:cs typeface="+mn-cs"/></a:defRPr></a:lvl1pPr><a:lvl2pPr marL="457200" algn="l" defTabSz="457200" rtl="0" eaLnBrk="1" latinLnBrk="0" hangingPunct="1"><a:defRPr sz="1200" kern="1200"><a:solidFill><a:schemeClr val="tx1"/></a:solidFill><a:latin typeface="+mn-lt"/><a:ea typeface="+mn-ea"/><a:cs typeface="+mn-cs"/></a:defRPr></a:lvl2pPr><a:lvl3pPr marL="914400" algn="l" defTabSz="457200" rtl="0" eaLnBrk="1" latinLnBrk="0" hangingPunct="1"><a:defRPr sz="1200" kern="1200"><a:solidFill><a:schemeClr val="tx1"/></a:solidFill><a:latin typeface="+mn-lt"/><a:ea typeface="+mn-ea"/><a:cs typeface="+mn-cs"/></a:defRPr></a:lvl3pPr><a:lvl4pPr marL="1371600" algn="l" defTabSz="457200" rtl="0" eaLnBrk="1" latinLnBrk="0" hangingPunct="1"><a:defRPr sz="1200" kern="1200"><a:solidFill><a:schemeClr val="tx1"/></a:solidFill><a:latin typeface="+mn-lt"/><a:ea typeface="+mn-ea"/><a:cs typeface="+mn-cs"/></a:defRPr></a:lvl4pPr><a:lvl5pPr marL="1828800" algn="l" defTabSz="457200" rtl="0" eaLnBrk="1" latinLnBrk="0" hangingPunct="1"><a:defRPr sz="1200" kern="1200"><a:solidFill><a:schemeClr val="tx1"/></a:solidFill><a:latin typeface="+mn-lt"/><a:ea typeface="+mn-ea"/><a:cs typeface="+mn-cs"/></a:defRPr></a:lvl5pPr><a:lvl6pPr marL="2286000" algn="l" defTabSz="457200" rtl="0" eaLnBrk="1" latinLnBrk="0" hangingPunct="1"><a:defRPr sz="1200" kern="1200"><a:solidFill><a:schemeClr val="tx1"/></a:solidFill><a:latin typeface="+mn-lt"/><a:ea typeface="+mn-ea"/><a:cs typeface="+mn-cs"/></a:defRPr></a:lvl6pPr><a:lvl7pPr marL="2743200" algn="l" defTabSz="457200" rtl="0" eaLnBrk="1" latinLnBrk="0" hangingPunct="1"><a:defRPr sz="1200" kern="1200"><a:solidFill><a:schemeClr val="tx1"/></a:solidFill><a:latin typeface="+mn-lt"/><a:ea typeface="+mn-ea"/><a:cs typeface="+mn-cs"/></a:defRPr></a:lvl7pPr><a:lvl8pPr marL="3200400" algn="l" defTabSz="457200" rtl="0" eaLnBrk="1" latinLnBrk="0" hangingPunct="1"><a:defRPr sz="1200" kern="1200"><a:solidFill><a:schemeClr val="tx1"/></a:solidFill><a:latin typeface="+mn-lt"/><a:ea typeface="+mn-ea"/><a:cs typeface="+mn-cs"/></a:defRPr></a:lvl8pPr><a:lvl9pPr marL="3657600" algn="l" defTabSz="457200" rtl="0" eaLnBrk="1" latinLnBrk="0" hangingPunct="1"><a:defRPr sz="1200" kern="1200"><a:solidFill><a:schemeClr val="tx1"/></a:solidFill><a:latin typeface="+mn-lt"/><a:ea typeface="+mn-ea"/><a:cs typeface="+mn-cs"/></a:defRPr></a:lvl9pPr></p:notesStyle>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morning/afternoon everyone! Look at Slide 1: On the right, you can immediately see the difference between 5 lines of traditional for-loop and 1 line of modern map(). Notice that the original array [1, 2, 3] stays completely untouched!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Explain: In modern apps, multiple parts of the app read the same array. If one part modifies it, everything breaks. Methods like map and filter prevent this by keeping original data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line 'console.log(marks)': Notice that marks is still [50, 60, 70]. The original array did not change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 though pass2 only has 3 items, the original marks array still safely contains all 5 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find() simply inspects the items and returns the reference—it never removes or modifies items in the original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reduce() takes the numbers, computes a total, and leaves the prices array completely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inspection methods are pure read-only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 after chaining 3 methods together, the original items list is completely safe and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are often asked in interviews: Does .map() mutate the original array? Answer: Absolutely not, it returns a brand new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audience for listening and open the floor to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'1.0' encoding='UTF-8' standalone='yes'?>
<p:sldLayout xmlns:a="http://schemas.openxmlformats.org/drawingml/2006/main" xmlns:r="http://schemas.openxmlformats.org/officeDocument/2006/relationships" xmlns:p="http://schemas.openxmlformats.org/presentationml/2006/main" type="title" preserve="1"><p:cSld name="Title Slide"><p:spTree><p:nvGrpSpPr><p:cNvPr id="1" name=""/><p:cNvGrpSpPr/><p:nvPr/></p:nvGrpSpPr><p:grpSpPr><a:xfrm><a:off x="0" y="0"/><a:ext cx="0" cy="0"/><a:chOff x="0" y="0"/><a:chExt cx="0" cy="0"/></a:xfrm></p:grpSpPr><p:sp><p:nvSpPr><p:cNvPr id="2" name="Title 1"/><p:cNvSpPr><a:spLocks noGrp="1"/></p:cNvSpPr><p:nvPr><p:ph type="ctrTitle"/></p:nvPr></p:nvSpPr><p:spPr><a:xfrm><a:off x="685800" y="2130425"/><a:ext cx="7772400" cy="1470025"/></a:xfrm></p:spPr><p:txBody><a:bodyPr/><a:lstStyle/><a:p><a:r><a:rPr lang="en-US" smtClean="0"/ noProof="1" lang="zxx"><a:t>Click to edit Master title style</a:t></a:r><a:endParaRPr lang="en-US"/></a:p></p:txBody></p:sp><p:sp><p:nvSpPr><p:cNvPr id="3" name="Subtitle 2"/><p:cNvSpPr><a:spLocks noGrp="1"/></p:cNvSpPr><p:nvPr><p:ph type="subTitle" idx="1"/></p:nvPr></p:nvSpPr><p:spPr><a:xfrm><a:off x="1371600" y="3886200"/><a:ext cx="6400800" cy="1752600"/></a:xfrm></p:spPr><p:txBody><a:bodyPr/><a:lstStyle><a:lvl1pPr marL="0" indent="0" algn="ctr"><a:buNone/><a:defRPr><a:solidFill><a:schemeClr val="tx1"><a:tint val="75000"/></a:schemeClr></a:solidFill></a:defRPr></a:lvl1pPr><a:lvl2pPr marL="457200" indent="0" algn="ctr"><a:buNone/><a:defRPr><a:solidFill><a:schemeClr val="tx1"><a:tint val="75000"/></a:schemeClr></a:solidFill></a:defRPr></a:lvl2pPr><a:lvl3pPr marL="914400" indent="0" algn="ctr"><a:buNone/><a:defRPr><a:solidFill><a:schemeClr val="tx1"><a:tint val="75000"/></a:schemeClr></a:solidFill></a:defRPr></a:lvl3pPr><a:lvl4pPr marL="1371600" indent="0" algn="ctr"><a:buNone/><a:defRPr><a:solidFill><a:schemeClr val="tx1"><a:tint val="75000"/></a:schemeClr></a:solidFill></a:defRPr></a:lvl4pPr><a:lvl5pPr marL="1828800" indent="0" algn="ctr"><a:buNone/><a:defRPr><a:solidFill><a:schemeClr val="tx1"><a:tint val="75000"/></a:schemeClr></a:solidFill></a:defRPr></a:lvl5pPr><a:lvl6pPr marL="2286000" indent="0" algn="ctr"><a:buNone/><a:defRPr><a:solidFill><a:schemeClr val="tx1"><a:tint val="75000"/></a:schemeClr></a:solidFill></a:defRPr></a:lvl6pPr><a:lvl7pPr marL="2743200" indent="0" algn="ctr"><a:buNone/><a:defRPr><a:solidFill><a:schemeClr val="tx1"><a:tint val="75000"/></a:schemeClr></a:solidFill></a:defRPr></a:lvl7pPr><a:lvl8pPr marL="3200400" indent="0" algn="ctr"><a:buNone/><a:defRPr><a:solidFill><a:schemeClr val="tx1"><a:tint val="75000"/></a:schemeClr></a:solidFill></a:defRPr></a:lvl8pPr><a:lvl9pPr marL="3657600" indent="0" algn="ctr"><a:buNone/><a:defRPr><a:solidFill><a:schemeClr val="tx1"><a:tint val="75000"/></a:schemeClr></a:solidFill></a:defRPr></a:lvl9pPr></a:lstStyle><a:p><a:r><a:rPr lang="en-US" smtClean="0"/ noProof="1" lang="zxx"><a:t>Click to edit Master subtitle style</a:t></a:r><a:endParaRPr lang="en-US"/></a:p></p:txBody></p:sp><p:sp><p:nvSpPr><p:cNvPr id="4" name="Date Placeholder 3"/><p:cNvSpPr><a:spLocks noGrp="1"/></p:cNvSpPr><p:nvPr><p:ph type="dt" sz="half" idx="10"/></p:nvPr></p:nvSpPr><p:spPr/><p:txBody><a:bodyPr/><a:lstStyle/><a:p><a:fld id="{5BCAD085-E8A6-8845-BD4E-CB4CCA059FC4}" type="datetimeFigureOut"><a:rPr lang="en-US" smtClean="0"/ noProof="1" lang="zxx"><a:t>1/27/13</a:t></a:fld><a:endParaRPr lang="en-US"/></a:p></p:txBody></p:sp><p:sp><p:nvSpPr><p:cNvPr id="5" name="Footer Placeholder 4"/><p:cNvSpPr><a:spLocks noGrp="1"/></p:cNvSpPr><p:nvPr><p:ph type="ftr" sz="quarter" idx="11"/></p:nvPr></p:nvSpPr><p:spPr/><p:txBody><a:bodyPr/><a:lstStyle/><a:p><a:endParaRPr lang="en-US"/></a:p></p:txBody></p:sp><p:sp><p:nvSpPr><p:cNvPr id="6" name="Slide Number Placeholder 5"/><p:cNvSpPr><a:spLocks noGrp="1"/></p:cNvSpPr><p:nvPr><p:ph type="sldNum" sz="quarter" idx="12"/></p:nvPr></p:nvSpPr><p:spPr/><p:txBody><a:bodyPr/><a:lstStyle/><a:p><a:fld id="{C1FF6DA9-008F-8B48-92A6-B652298478BF}" type="slidenum"><a:rPr lang="en-US" smtClean="0"/ noProof="1" lang="zxx"><a:t>‹#›</a:t></a:fld><a:endParaRPr lang="en-US"/></a:p></p:txBody></p:sp></p:spTree><p:extLst><p:ext uri="{BB962C8B-B14F-4D97-AF65-F5344CB8AC3E}"><p14:creationId xmlns:p14="http://schemas.microsoft.com/office/powerpoint/2010/main" val="3168075583"/></p:ext></p:extLst></p:cSld><p:clrMapOvr><a:masterClrMapping/></p:clrMapOvr></p:sldLayout>
</file>

<file path=ppt/slideLayouts/slideLayout2.xml><?xml version='1.0' encoding='UTF-8' standalone='yes'?>
<p:sldLayout xmlns:a="http://schemas.openxmlformats.org/drawingml/2006/main" xmlns:r="http://schemas.openxmlformats.org/officeDocument/2006/relationships" xmlns:p="http://schemas.openxmlformats.org/presentationml/2006/main" type="obj" preserve="1"><p:cSld name="Title and Content"><p:spTree><p:nvGrpSpPr><p:cNvPr id="1" name=""/><p:cNvGrpSpPr/><p:nvPr/></p:nvGrpSpPr><p:grpSpPr><a:xfrm><a:off x="0" y="0"/><a:ext cx="0" cy="0"/><a:chOff x="0" y="0"/><a:chExt cx="0" cy="0"/></a:xfrm></p:grpSpPr><p:sp><p:nvSpPr><p:cNvPr id="2" name="Title 1"/><p:cNvSpPr><a:spLocks noGrp="1"/></p:cNvSpPr><p:nvPr><p:ph type="title"/></p:nvPr></p:nvSpPr><p:spPr/><p:txBody><a:bodyPr/><a:lstStyle/><a:p><a:r><a:rPr lang="en-US" smtClean="0"/ noProof="1" lang="zxx"><a:t>Click to edit Master title style</a:t></a:r><a:endParaRPr lang="en-US"/></a:p></p:txBody></p:sp><p:sp><p:nvSpPr><p:cNvPr id="3" name="Content Placeholder 2"/><p:cNvSpPr><a:spLocks noGrp="1"/></p:cNvSpPr><p:nvPr><p:ph idx="1"/></p:nvPr></p:nvSpPr><p:spPr/><p:txBody><a:bodyPr/><a:lstStyle/><a:p><a:pPr lvl="0"/><a:r><a:rPr lang="en-US" smtClean="0"/ noProof="1" lang="zxx"><a:t>Click to edit Master text styles</a:t></a:r></a:p><a:p><a:pPr lvl="1"/><a:r><a:rPr lang="en-US" smtClean="0"/ noProof="1" lang="zxx"><a:t>Second level</a:t></a:r></a:p><a:p><a:pPr lvl="2"/><a:r><a:rPr lang="en-US" smtClean="0"/ noProof="1" lang="zxx"><a:t>Third level</a:t></a:r></a:p><a:p><a:pPr lvl="3"/><a:r><a:rPr lang="en-US" smtClean="0"/ noProof="1" lang="zxx"><a:t>Fourth level</a:t></a:r></a:p><a:p><a:pPr lvl="4"/><a:r><a:rPr lang="en-US" smtClean="0"/ noProof="1" lang="zxx"><a:t>Fifth level</a:t></a:r><a:endParaRPr lang="en-US"/></a:p></p:txBody></p:sp><p:sp><p:nvSpPr><p:cNvPr id="4" name="Date Placeholder 3"/><p:cNvSpPr><a:spLocks noGrp="1"/></p:cNvSpPr><p:nvPr><p:ph type="dt" sz="half" idx="10"/></p:nvPr></p:nvSpPr><p:spPr/><p:txBody><a:bodyPr/><a:lstStyle/><a:p><a:fld id="{5BCAD085-E8A6-8845-BD4E-CB4CCA059FC4}" type="datetimeFigureOut"><a:rPr lang="en-US" smtClean="0"/ noProof="1" lang="zxx"><a:t>1/27/13</a:t></a:fld><a:endParaRPr lang="en-US"/></a:p></p:txBody></p:sp><p:sp><p:nvSpPr><p:cNvPr id="5" name="Footer Placeholder 4"/><p:cNvSpPr><a:spLocks noGrp="1"/></p:cNvSpPr><p:nvPr><p:ph type="ftr" sz="quarter" idx="11"/></p:nvPr></p:nvSpPr><p:spPr/><p:txBody><a:bodyPr/><a:lstStyle/><a:p><a:endParaRPr lang="en-US"/></a:p></p:txBody></p:sp><p:sp><p:nvSpPr><p:cNvPr id="6" name="Slide Number Placeholder 5"/><p:cNvSpPr><a:spLocks noGrp="1"/></p:cNvSpPr><p:nvPr><p:ph type="sldNum" sz="quarter" idx="12"/></p:nvPr></p:nvSpPr><p:spPr/><p:txBody><a:bodyPr/><a:lstStyle/><a:p><a:fld id="{C1FF6DA9-008F-8B48-92A6-B652298478BF}" type="slidenum"><a:rPr lang="en-US" smtClean="0"/ noProof="1" lang="zxx"><a:t>‹#›</a:t></a:fld><a:endParaRPr lang="en-US"/></a:p></p:txBody></p:sp></p:spTree><p:extLst><p:ext uri="{BB962C8B-B14F-4D97-AF65-F5344CB8AC3E}"><p14:creationId xmlns:p14="http://schemas.microsoft.com/office/powerpoint/2010/main" val="2614314258"/></p:ext></p:extLst></p:cSld><p:clrMapOvr><a:masterClrMapping/></p:clrMapOvr></p:sldLayout>
</file>

<file path=ppt/slideLayouts/slideLayout3.xml><?xml version='1.0' encoding='UTF-8' standalone='yes'?>
<p:sldLayout xmlns:a="http://schemas.openxmlformats.org/drawingml/2006/main" xmlns:r="http://schemas.openxmlformats.org/officeDocument/2006/relationships" xmlns:p="http://schemas.openxmlformats.org/presentationml/2006/main" type="secHead" preserve="1"><p:cSld name="Section Header"><p:spTree><p:nvGrpSpPr><p:cNvPr id="1" name=""/><p:cNvGrpSpPr/><p:nvPr/></p:nvGrpSpPr><p:grpSpPr><a:xfrm><a:off x="0" y="0"/><a:ext cx="0" cy="0"/><a:chOff x="0" y="0"/><a:chExt cx="0" cy="0"/></a:xfrm></p:grpSpPr><p:sp><p:nvSpPr><p:cNvPr id="2" name="Title 1"/><p:cNvSpPr><a:spLocks noGrp="1"/></p:cNvSpPr><p:nvPr><p:ph type="title"/></p:nvPr></p:nvSpPr><p:spPr><a:xfrm><a:off x="722313" y="4406900"/><a:ext cx="7772400" cy="1362075"/></a:xfrm></p:spPr><p:txBody><a:bodyPr anchor="t"/><a:lstStyle><a:lvl1pPr algn="l"><a:defRPr sz="4000" b="1" cap="all"/></a:lvl1pPr></a:lstStyle><a:p><a:r><a:rPr lang="en-US" smtClean="0"/ noProof="1" lang="zxx"><a:t>Click to edit Master title style</a:t></a:r><a:endParaRPr lang="en-US"/></a:p></p:txBody></p:sp><p:sp><p:nvSpPr><p:cNvPr id="3" name="Text Placeholder 2"/><p:cNvSpPr><a:spLocks noGrp="1"/></p:cNvSpPr><p:nvPr><p:ph type="body" idx="1"/></p:nvPr></p:nvSpPr><p:spPr><a:xfrm><a:off x="722313" y="2906713"/><a:ext cx="7772400" cy="1500187"/></a:xfrm></p:spPr><p:txBody><a:bodyPr anchor="b"/><a:lstStyle><a:lvl1pPr marL="0" indent="0"><a:buNone/><a:defRPr sz="2000"><a:solidFill><a:schemeClr val="tx1"><a:tint val="75000"/></a:schemeClr></a:solidFill></a:defRPr></a:lvl1pPr><a:lvl2pPr marL="457200" indent="0"><a:buNone/><a:defRPr sz="1800"><a:solidFill><a:schemeClr val="tx1"><a:tint val="75000"/></a:schemeClr></a:solidFill></a:defRPr></a:lvl2pPr><a:lvl3pPr marL="914400" indent="0"><a:buNone/><a:defRPr sz="1600"><a:solidFill><a:schemeClr val="tx1"><a:tint val="75000"/></a:schemeClr></a:solidFill></a:defRPr></a:lvl3pPr><a:lvl4pPr marL="1371600" indent="0"><a:buNone/><a:defRPr sz="1400"><a:solidFill><a:schemeClr val="tx1"><a:tint val="75000"/></a:schemeClr></a:solidFill></a:defRPr></a:lvl4pPr><a:lvl5pPr marL="1828800" indent="0"><a:buNone/><a:defRPr sz="1400"><a:solidFill><a:schemeClr val="tx1"><a:tint val="75000"/></a:schemeClr></a:solidFill></a:defRPr></a:lvl5pPr><a:lvl6pPr marL="2286000" indent="0"><a:buNone/><a:defRPr sz="1400"><a:solidFill><a:schemeClr val="tx1"><a:tint val="75000"/></a:schemeClr></a:solidFill></a:defRPr></a:lvl6pPr><a:lvl7pPr marL="2743200" indent="0"><a:buNone/><a:defRPr sz="1400"><a:solidFill><a:schemeClr val="tx1"><a:tint val="75000"/></a:schemeClr></a:solidFill></a:defRPr></a:lvl7pPr><a:lvl8pPr marL="3200400" indent="0"><a:buNone/><a:defRPr sz="1400"><a:solidFill><a:schemeClr val="tx1"><a:tint val="75000"/></a:schemeClr></a:solidFill></a:defRPr></a:lvl8pPr><a:lvl9pPr marL="3657600" indent="0"><a:buNone/><a:defRPr sz="1400"><a:solidFill><a:schemeClr val="tx1"><a:tint val="75000"/></a:schemeClr></a:solidFill></a:defRPr></a:lvl9pPr></a:lstStyle><a:p><a:pPr lvl="0"/><a:r><a:rPr lang="en-US" smtClean="0"/ noProof="1" lang="zxx"><a:t>Click to edit Master text styles</a:t></a:r></a:p></p:txBody></p:sp><p:sp><p:nvSpPr><p:cNvPr id="4" name="Date Placeholder 3"/><p:cNvSpPr><a:spLocks noGrp="1"/></p:cNvSpPr><p:nvPr><p:ph type="dt" sz="half" idx="10"/></p:nvPr></p:nvSpPr><p:spPr/><p:txBody><a:bodyPr/><a:lstStyle/><a:p><a:fld id="{5BCAD085-E8A6-8845-BD4E-CB4CCA059FC4}" type="datetimeFigureOut"><a:rPr lang="en-US" smtClean="0"/ noProof="1" lang="zxx"><a:t>1/27/13</a:t></a:fld><a:endParaRPr lang="en-US"/></a:p></p:txBody></p:sp><p:sp><p:nvSpPr><p:cNvPr id="5" name="Footer Placeholder 4"/><p:cNvSpPr><a:spLocks noGrp="1"/></p:cNvSpPr><p:nvPr><p:ph type="ftr" sz="quarter" idx="11"/></p:nvPr></p:nvSpPr><p:spPr/><p:txBody><a:bodyPr/><a:lstStyle/><a:p><a:endParaRPr lang="en-US"/></a:p></p:txBody></p:sp><p:sp><p:nvSpPr><p:cNvPr id="6" name="Slide Number Placeholder 5"/><p:cNvSpPr><a:spLocks noGrp="1"/></p:cNvSpPr><p:nvPr><p:ph type="sldNum" sz="quarter" idx="12"/></p:nvPr></p:nvSpPr><p:spPr/><p:txBody><a:bodyPr/><a:lstStyle/><a:p><a:fld id="{C1FF6DA9-008F-8B48-92A6-B652298478BF}" type="slidenum"><a:rPr lang="en-US" smtClean="0"/ noProof="1" lang="zxx"><a:t>‹#›</a:t></a:fld><a:endParaRPr lang="en-US"/></a:p></p:txBody></p:sp></p:spTree><p:extLst><p:ext uri="{BB962C8B-B14F-4D97-AF65-F5344CB8AC3E}"><p14:creationId xmlns:p14="http://schemas.microsoft.com/office/powerpoint/2010/main" val="960648375"/></p:ext></p:extLst></p:cSld><p:clrMapOvr><a:masterClrMapping/></p:clrMapOvr></p:sldLayout>
</file>

<file path=ppt/slideLayouts/slideLayout4.xml><?xml version='1.0' encoding='UTF-8' standalone='yes'?>
<p:sldLayout xmlns:a="http://schemas.openxmlformats.org/drawingml/2006/main" xmlns:r="http://schemas.openxmlformats.org/officeDocument/2006/relationships" xmlns:p="http://schemas.openxmlformats.org/presentationml/2006/main" type="twoObj" preserve="1"><p:cSld name="Two Content"><p:spTree><p:nvGrpSpPr><p:cNvPr id="1" name=""/><p:cNvGrpSpPr/><p:nvPr/></p:nvGrpSpPr><p:grpSpPr><a:xfrm><a:off x="0" y="0"/><a:ext cx="0" cy="0"/><a:chOff x="0" y="0"/><a:chExt cx="0" cy="0"/></a:xfrm></p:grpSpPr><p:sp><p:nvSpPr><p:cNvPr id="2" name="Title 1"/><p:cNvSpPr><a:spLocks noGrp="1"/></p:cNvSpPr><p:nvPr><p:ph type="title"/></p:nvPr></p:nvSpPr><p:spPr/><p:txBody><a:bodyPr/><a:lstStyle/><a:p><a:r><a:rPr lang="en-US" smtClean="0"/ noProof="1" lang="zxx"><a:t>Click to edit Master title style</a:t></a:r><a:endParaRPr lang="en-US"/></a:p></p:txBody></p:sp><p:sp><p:nvSpPr><p:cNvPr id="3" name="Content Placeholder 2"/><p:cNvSpPr><a:spLocks noGrp="1"/></p:cNvSpPr><p:nvPr><p:ph sz="half" idx="1"/></p:nvPr></p:nvSpPr><p:spPr><a:xfrm><a:off x="457200" y="1600200"/><a:ext cx="4038600" cy="4525963"/></a:xfrm></p:spPr><p:txBody><a:bodyPr/><a:lstStyle><a:lvl1pPr><a:defRPr sz="2800"/></a:lvl1pPr><a:lvl2pPr><a:defRPr sz="2400"/></a:lvl2pPr><a:lvl3pPr><a:defRPr sz="2000"/></a:lvl3pPr><a:lvl4pPr><a:defRPr sz="1800"/></a:lvl4pPr><a:lvl5pPr><a:defRPr sz="1800"/></a:lvl5pPr><a:lvl6pPr><a:defRPr sz="1800"/></a:lvl6pPr><a:lvl7pPr><a:defRPr sz="1800"/></a:lvl7pPr><a:lvl8pPr><a:defRPr sz="1800"/></a:lvl8pPr><a:lvl9pPr><a:defRPr sz="1800"/></a:lvl9pPr></a:lstStyle><a:p><a:pPr lvl="0"/><a:r><a:rPr lang="en-US" smtClean="0"/ noProof="1" lang="zxx"><a:t>Click to edit Master text styles</a:t></a:r></a:p><a:p><a:pPr lvl="1"/><a:r><a:rPr lang="en-US" smtClean="0"/ noProof="1" lang="zxx"><a:t>Second level</a:t></a:r></a:p><a:p><a:pPr lvl="2"/><a:r><a:rPr lang="en-US" smtClean="0"/ noProof="1" lang="zxx"><a:t>Third level</a:t></a:r></a:p><a:p><a:pPr lvl="3"/><a:r><a:rPr lang="en-US" smtClean="0"/ noProof="1" lang="zxx"><a:t>Fourth level</a:t></a:r></a:p><a:p><a:pPr lvl="4"/><a:r><a:rPr lang="en-US" smtClean="0"/ noProof="1" lang="zxx"><a:t>Fifth level</a:t></a:r><a:endParaRPr lang="en-US"/></a:p></p:txBody></p:sp><p:sp><p:nvSpPr><p:cNvPr id="4" name="Content Placeholder 3"/><p:cNvSpPr><a:spLocks noGrp="1"/></p:cNvSpPr><p:nvPr><p:ph sz="half" idx="2"/></p:nvPr></p:nvSpPr><p:spPr><a:xfrm><a:off x="4648200" y="1600200"/><a:ext cx="4038600" cy="4525963"/></a:xfrm></p:spPr><p:txBody><a:bodyPr/><a:lstStyle><a:lvl1pPr><a:defRPr sz="2800"/></a:lvl1pPr><a:lvl2pPr><a:defRPr sz="2400"/></a:lvl2pPr><a:lvl3pPr><a:defRPr sz="2000"/></a:lvl3pPr><a:lvl4pPr><a:defRPr sz="1800"/></a:lvl4pPr><a:lvl5pPr><a:defRPr sz="1800"/></a:lvl5pPr><a:lvl6pPr><a:defRPr sz="1800"/></a:lvl6pPr><a:lvl7pPr><a:defRPr sz="1800"/></a:lvl7pPr><a:lvl8pPr><a:defRPr sz="1800"/></a:lvl8pPr><a:lvl9pPr><a:defRPr sz="1800"/></a:lvl9pPr></a:lstStyle><a:p><a:pPr lvl="0"/><a:r><a:rPr lang="en-US" smtClean="0"/ noProof="1" lang="zxx"><a:t>Click to edit Master text styles</a:t></a:r></a:p><a:p><a:pPr lvl="1"/><a:r><a:rPr lang="en-US" smtClean="0"/ noProof="1" lang="zxx"><a:t>Second level</a:t></a:r></a:p><a:p><a:pPr lvl="2"/><a:r><a:rPr lang="en-US" smtClean="0"/ noProof="1" lang="zxx"><a:t>Third level</a:t></a:r></a:p><a:p><a:pPr lvl="3"/><a:r><a:rPr lang="en-US" smtClean="0"/ noProof="1" lang="zxx"><a:t>Fourth level</a:t></a:r></a:p><a:p><a:pPr lvl="4"/><a:r><a:rPr lang="en-US" smtClean="0"/ noProof="1" lang="zxx"><a:t>Fifth level</a:t></a:r><a:endParaRPr lang="en-US"/></a:p></p:txBody></p:sp><p:sp><p:nvSpPr><p:cNvPr id="5" name="Date Placeholder 4"/><p:cNvSpPr><a:spLocks noGrp="1"/></p:cNvSpPr><p:nvPr><p:ph type="dt" sz="half" idx="10"/></p:nvPr></p:nvSpPr><p:spPr/><p:txBody><a:bodyPr/><a:lstStyle/><a:p><a:fld id="{5BCAD085-E8A6-8845-BD4E-CB4CCA059FC4}" type="datetimeFigureOut"><a:rPr lang="en-US" smtClean="0"/ noProof="1" lang="zxx"><a:t>1/27/13</a:t></a:fld><a:endParaRPr lang="en-US"/></a:p></p:txBody></p:sp><p:sp><p:nvSpPr><p:cNvPr id="6" name="Footer Placeholder 5"/><p:cNvSpPr><a:spLocks noGrp="1"/></p:cNvSpPr><p:nvPr><p:ph type="ftr" sz="quarter" idx="11"/></p:nvPr></p:nvSpPr><p:spPr/><p:txBody><a:bodyPr/><a:lstStyle/><a:p><a:endParaRPr lang="en-US"/></a:p></p:txBody></p:sp><p:sp><p:nvSpPr><p:cNvPr id="7" name="Slide Number Placeholder 6"/><p:cNvSpPr><a:spLocks noGrp="1"/></p:cNvSpPr><p:nvPr><p:ph type="sldNum" sz="quarter" idx="12"/></p:nvPr></p:nvSpPr><p:spPr/><p:txBody><a:bodyPr/><a:lstStyle/><a:p><a:fld id="{C1FF6DA9-008F-8B48-92A6-B652298478BF}" type="slidenum"><a:rPr lang="en-US" smtClean="0"/ noProof="1" lang="zxx"><a:t>‹#›</a:t></a:fld><a:endParaRPr lang="en-US"/></a:p></p:txBody></p:sp></p:spTree><p:extLst><p:ext uri="{BB962C8B-B14F-4D97-AF65-F5344CB8AC3E}"><p14:creationId xmlns:p14="http://schemas.microsoft.com/office/powerpoint/2010/main" val="2782244947"/></p:ext></p:extLst></p:cSld><p:clrMapOvr><a:masterClrMapping/></p:clrMapOvr></p:sldLayout>
</file>

<file path=ppt/slideLayouts/slideLayout5.xml><?xml version='1.0' encoding='UTF-8' standalone='yes'?>
<p:sldLayout xmlns:a="http://schemas.openxmlformats.org/drawingml/2006/main" xmlns:r="http://schemas.openxmlformats.org/officeDocument/2006/relationships" xmlns:p="http://schemas.openxmlformats.org/presentationml/2006/main" type="twoTxTwoObj" preserve="1"><p:cSld name="Comparison"><p:spTree><p:nvGrpSpPr><p:cNvPr id="1" name=""/><p:cNvGrpSpPr/><p:nvPr/></p:nvGrpSpPr><p:grpSpPr><a:xfrm><a:off x="0" y="0"/><a:ext cx="0" cy="0"/><a:chOff x="0" y="0"/><a:chExt cx="0" cy="0"/></a:xfrm></p:grpSpPr><p:sp><p:nvSpPr><p:cNvPr id="2" name="Title 1"/><p:cNvSpPr><a:spLocks noGrp="1"/></p:cNvSpPr><p:nvPr><p:ph type="title"/></p:nvPr></p:nvSpPr><p:spPr/><p:txBody><a:bodyPr/><a:lstStyle><a:lvl1pPr><a:defRPr/></a:lvl1pPr></a:lstStyle><a:p><a:r><a:rPr lang="en-US" smtClean="0"/ noProof="1" lang="zxx"><a:t>Click to edit Master title style</a:t></a:r><a:endParaRPr lang="en-US"/></a:p></p:txBody></p:sp><p:sp><p:nvSpPr><p:cNvPr id="3" name="Text Placeholder 2"/><p:cNvSpPr><a:spLocks noGrp="1"/></p:cNvSpPr><p:nvPr><p:ph type="body" idx="1"/></p:nvPr></p:nvSpPr><p:spPr><a:xfrm><a:off x="457200" y="1535113"/><a:ext cx="4040188" cy="639762"/></a:xfrm></p:spPr><p:txBody><a:bodyPr anchor="b"/><a:lstStyle><a:lvl1pPr marL="0" indent="0"><a:buNone/><a:defRPr sz="2400" b="1"/></a:lvl1pPr><a:lvl2pPr marL="457200" indent="0"><a:buNone/><a:defRPr sz="2000" b="1"/></a:lvl2pPr><a:lvl3pPr marL="914400" indent="0"><a:buNone/><a:defRPr sz="1800" b="1"/></a:lvl3pPr><a:lvl4pPr marL="1371600" indent="0"><a:buNone/><a:defRPr sz="1600" b="1"/></a:lvl4pPr><a:lvl5pPr marL="1828800" indent="0"><a:buNone/><a:defRPr sz="1600" b="1"/></a:lvl5pPr><a:lvl6pPr marL="2286000" indent="0"><a:buNone/><a:defRPr sz="1600" b="1"/></a:lvl6pPr><a:lvl7pPr marL="2743200" indent="0"><a:buNone/><a:defRPr sz="1600" b="1"/></a:lvl7pPr><a:lvl8pPr marL="3200400" indent="0"><a:buNone/><a:defRPr sz="1600" b="1"/></a:lvl8pPr><a:lvl9pPr marL="3657600" indent="0"><a:buNone/><a:defRPr sz="1600" b="1"/></a:lvl9pPr></a:lstStyle><a:p><a:pPr lvl="0"/><a:r><a:rPr lang="en-US" smtClean="0"/ noProof="1" lang="zxx"><a:t>Click to edit Master text styles</a:t></a:r></a:p></p:txBody></p:sp><p:sp><p:nvSpPr><p:cNvPr id="4" name="Content Placeholder 3"/><p:cNvSpPr><a:spLocks noGrp="1"/></p:cNvSpPr><p:nvPr><p:ph sz="half" idx="2"/></p:nvPr></p:nvSpPr><p:spPr><a:xfrm><a:off x="457200" y="2174875"/><a:ext cx="4040188" cy="3951288"/></a:xfrm></p:spPr><p:txBody><a:bodyPr/><a:lstStyle><a:lvl1pPr><a:defRPr sz="2400"/></a:lvl1pPr><a:lvl2pPr><a:defRPr sz="2000"/></a:lvl2pPr><a:lvl3pPr><a:defRPr sz="1800"/></a:lvl3pPr><a:lvl4pPr><a:defRPr sz="1600"/></a:lvl4pPr><a:lvl5pPr><a:defRPr sz="1600"/></a:lvl5pPr><a:lvl6pPr><a:defRPr sz="1600"/></a:lvl6pPr><a:lvl7pPr><a:defRPr sz="1600"/></a:lvl7pPr><a:lvl8pPr><a:defRPr sz="1600"/></a:lvl8pPr><a:lvl9pPr><a:defRPr sz="1600"/></a:lvl9pPr></a:lstStyle><a:p><a:pPr lvl="0"/><a:r><a:rPr lang="en-US" smtClean="0"/ noProof="1" lang="zxx"><a:t>Click to edit Master text styles</a:t></a:r></a:p><a:p><a:pPr lvl="1"/><a:r><a:rPr lang="en-US" smtClean="0"/ noProof="1" lang="zxx"><a:t>Second level</a:t></a:r></a:p><a:p><a:pPr lvl="2"/><a:r><a:rPr lang="en-US" smtClean="0"/ noProof="1" lang="zxx"><a:t>Third level</a:t></a:r></a:p><a:p><a:pPr lvl="3"/><a:r><a:rPr lang="en-US" smtClean="0"/ noProof="1" lang="zxx"><a:t>Fourth level</a:t></a:r></a:p><a:p><a:pPr lvl="4"/><a:r><a:rPr lang="en-US" smtClean="0"/ noProof="1" lang="zxx"><a:t>Fifth level</a:t></a:r><a:endParaRPr lang="en-US"/></a:p></p:txBody></p:sp><p:sp><p:nvSpPr><p:cNvPr id="5" name="Text Placeholder 4"/><p:cNvSpPr><a:spLocks noGrp="1"/></p:cNvSpPr><p:nvPr><p:ph type="body" sz="quarter" idx="3"/></p:nvPr></p:nvSpPr><p:spPr><a:xfrm><a:off x="4645025" y="1535113"/><a:ext cx="4041775" cy="639762"/></a:xfrm></p:spPr><p:txBody><a:bodyPr anchor="b"/><a:lstStyle><a:lvl1pPr marL="0" indent="0"><a:buNone/><a:defRPr sz="2400" b="1"/></a:lvl1pPr><a:lvl2pPr marL="457200" indent="0"><a:buNone/><a:defRPr sz="2000" b="1"/></a:lvl2pPr><a:lvl3pPr marL="914400" indent="0"><a:buNone/><a:defRPr sz="1800" b="1"/></a:lvl3pPr><a:lvl4pPr marL="1371600" indent="0"><a:buNone/><a:defRPr sz="1600" b="1"/></a:lvl4pPr><a:lvl5pPr marL="1828800" indent="0"><a:buNone/><a:defRPr sz="1600" b="1"/></a:lvl5pPr><a:lvl6pPr marL="2286000" indent="0"><a:buNone/><a:defRPr sz="1600" b="1"/></a:lvl6pPr><a:lvl7pPr marL="2743200" indent="0"><a:buNone/><a:defRPr sz="1600" b="1"/></a:lvl7pPr><a:lvl8pPr marL="3200400" indent="0"><a:buNone/><a:defRPr sz="1600" b="1"/></a:lvl8pPr><a:lvl9pPr marL="3657600" indent="0"><a:buNone/><a:defRPr sz="1600" b="1"/></a:lvl9pPr></a:lstStyle><a:p><a:pPr lvl="0"/><a:r><a:rPr lang="en-US" smtClean="0"/ noProof="1" lang="zxx"><a:t>Click to edit Master text styles</a:t></a:r></a:p></p:txBody></p:sp><p:sp><p:nvSpPr><p:cNvPr id="6" name="Content Placeholder 5"/><p:cNvSpPr><a:spLocks noGrp="1"/></p:cNvSpPr><p:nvPr><p:ph sz="quarter" idx="4"/></p:nvPr></p:nvSpPr><p:spPr><a:xfrm><a:off x="4645025" y="2174875"/><a:ext cx="4041775" cy="3951288"/></a:xfrm></p:spPr><p:txBody><a:bodyPr/><a:lstStyle><a:lvl1pPr><a:defRPr sz="2400"/></a:lvl1pPr><a:lvl2pPr><a:defRPr sz="2000"/></a:lvl2pPr><a:lvl3pPr><a:defRPr sz="1800"/></a:lvl3pPr><a:lvl4pPr><a:defRPr sz="1600"/></a:lvl4pPr><a:lvl5pPr><a:defRPr sz="1600"/></a:lvl5pPr><a:lvl6pPr><a:defRPr sz="1600"/></a:lvl6pPr><a:lvl7pPr><a:defRPr sz="1600"/></a:lvl7pPr><a:lvl8pPr><a:defRPr sz="1600"/></a:lvl8pPr><a:lvl9pPr><a:defRPr sz="1600"/></a:lvl9pPr></a:lstStyle><a:p><a:pPr lvl="0"/><a:r><a:rPr lang="en-US" smtClean="0"/ noProof="1" lang="zxx"><a:t>Click to edit Master text styles</a:t></a:r></a:p><a:p><a:pPr lvl="1"/><a:r><a:rPr lang="en-US" smtClean="0"/ noProof="1" lang="zxx"><a:t>Second level</a:t></a:r></a:p><a:p><a:pPr lvl="2"/><a:r><a:rPr lang="en-US" smtClean="0"/ noProof="1" lang="zxx"><a:t>Third level</a:t></a:r></a:p><a:p><a:pPr lvl="3"/><a:r><a:rPr lang="en-US" smtClean="0"/ noProof="1" lang="zxx"><a:t>Fourth level</a:t></a:r></a:p><a:p><a:pPr lvl="4"/><a:r><a:rPr lang="en-US" smtClean="0"/ noProof="1" lang="zxx"><a:t>Fifth level</a:t></a:r><a:endParaRPr lang="en-US"/></a:p></p:txBody></p:sp><p:sp><p:nvSpPr><p:cNvPr id="7" name="Date Placeholder 6"/><p:cNvSpPr><a:spLocks noGrp="1"/></p:cNvSpPr><p:nvPr><p:ph type="dt" sz="half" idx="10"/></p:nvPr></p:nvSpPr><p:spPr/><p:txBody><a:bodyPr/><a:lstStyle/><a:p><a:fld id="{5BCAD085-E8A6-8845-BD4E-CB4CCA059FC4}" type="datetimeFigureOut"><a:rPr lang="en-US" smtClean="0"/ noProof="1" lang="zxx"><a:t>1/27/13</a:t></a:fld><a:endParaRPr lang="en-US"/></a:p></p:txBody></p:sp><p:sp><p:nvSpPr><p:cNvPr id="8" name="Footer Placeholder 7"/><p:cNvSpPr><a:spLocks noGrp="1"/></p:cNvSpPr><p:nvPr><p:ph type="ftr" sz="quarter" idx="11"/></p:nvPr></p:nvSpPr><p:spPr/><p:txBody><a:bodyPr/><a:lstStyle/><a:p><a:endParaRPr lang="en-US"/></a:p></p:txBody></p:sp><p:sp><p:nvSpPr><p:cNvPr id="9" name="Slide Number Placeholder 8"/><p:cNvSpPr><a:spLocks noGrp="1"/></p:cNvSpPr><p:nvPr><p:ph type="sldNum" sz="quarter" idx="12"/></p:nvPr></p:nvSpPr><p:spPr/><p:txBody><a:bodyPr/><a:lstStyle/><a:p><a:fld id="{C1FF6DA9-008F-8B48-92A6-B652298478BF}" type="slidenum"><a:rPr lang="en-US" smtClean="0"/ noProof="1" lang="zxx"><a:t>‹#›</a:t></a:fld><a:endParaRPr lang="en-US"/></a:p></p:txBody></p:sp></p:spTree><p:extLst><p:ext uri="{BB962C8B-B14F-4D97-AF65-F5344CB8AC3E}"><p14:creationId xmlns:p14="http://schemas.microsoft.com/office/powerpoint/2010/main" val="990158736"/></p:ext></p:extLst></p:cSld><p:clrMapOvr><a:masterClrMapping/></p:clrMapOvr></p:sldLayout>
</file>

<file path=ppt/slideLayouts/slideLayout6.xml><?xml version='1.0' encoding='UTF-8' standalone='yes'?>
<p:sldLayout xmlns:a="http://schemas.openxmlformats.org/drawingml/2006/main" xmlns:r="http://schemas.openxmlformats.org/officeDocument/2006/relationships" xmlns:p="http://schemas.openxmlformats.org/presentationml/2006/main" type="titleOnly" preserve="1"><p:cSld name="Title Only"><p:spTree><p:nvGrpSpPr><p:cNvPr id="1" name=""/><p:cNvGrpSpPr/><p:nvPr/></p:nvGrpSpPr><p:grpSpPr><a:xfrm><a:off x="0" y="0"/><a:ext cx="0" cy="0"/><a:chOff x="0" y="0"/><a:chExt cx="0" cy="0"/></a:xfrm></p:grpSpPr><p:sp><p:nvSpPr><p:cNvPr id="2" name="Title 1"/><p:cNvSpPr><a:spLocks noGrp="1"/></p:cNvSpPr><p:nvPr><p:ph type="title"/></p:nvPr></p:nvSpPr><p:spPr/><p:txBody><a:bodyPr/><a:lstStyle/><a:p><a:r><a:rPr lang="en-US" smtClean="0"/ noProof="1" lang="zxx"><a:t>Click to edit Master title style</a:t></a:r><a:endParaRPr lang="en-US"/></a:p></p:txBody></p:sp><p:sp><p:nvSpPr><p:cNvPr id="3" name="Date Placeholder 2"/><p:cNvSpPr><a:spLocks noGrp="1"/></p:cNvSpPr><p:nvPr><p:ph type="dt" sz="half" idx="10"/></p:nvPr></p:nvSpPr><p:spPr/><p:txBody><a:bodyPr/><a:lstStyle/><a:p><a:fld id="{5BCAD085-E8A6-8845-BD4E-CB4CCA059FC4}" type="datetimeFigureOut"><a:rPr lang="en-US" smtClean="0"/ noProof="1" lang="zxx"><a:t>1/27/13</a:t></a:fld><a:endParaRPr lang="en-US"/></a:p></p:txBody></p:sp><p:sp><p:nvSpPr><p:cNvPr id="4" name="Footer Placeholder 3"/><p:cNvSpPr><a:spLocks noGrp="1"/></p:cNvSpPr><p:nvPr><p:ph type="ftr" sz="quarter" idx="11"/></p:nvPr></p:nvSpPr><p:spPr/><p:txBody><a:bodyPr/><a:lstStyle/><a:p><a:endParaRPr lang="en-US"/></a:p></p:txBody></p:sp><p:sp><p:nvSpPr><p:cNvPr id="5" name="Slide Number Placeholder 4"/><p:cNvSpPr><a:spLocks noGrp="1"/></p:cNvSpPr><p:nvPr><p:ph type="sldNum" sz="quarter" idx="12"/></p:nvPr></p:nvSpPr><p:spPr/><p:txBody><a:bodyPr/><a:lstStyle/><a:p><a:fld id="{C1FF6DA9-008F-8B48-92A6-B652298478BF}" type="slidenum"><a:rPr lang="en-US" smtClean="0"/ noProof="1" lang="zxx"><a:t>‹#›</a:t></a:fld><a:endParaRPr lang="en-US"/></a:p></p:txBody></p:sp></p:spTree><p:extLst><p:ext uri="{BB962C8B-B14F-4D97-AF65-F5344CB8AC3E}"><p14:creationId xmlns:p14="http://schemas.microsoft.com/office/powerpoint/2010/main" val="727027711"/></p:ext></p:extLst></p:cSld><p:clrMapOvr><a:masterClrMapping/></p:clrMapOvr></p:sldLayout>
</file>

<file path=ppt/slideLayouts/slideLayout7.xml><?xml version='1.0' encoding='UTF-8' standalone='yes'?>
<p:sldLayout xmlns:a="http://schemas.openxmlformats.org/drawingml/2006/main" xmlns:r="http://schemas.openxmlformats.org/officeDocument/2006/relationships" xmlns:p="http://schemas.openxmlformats.org/presentationml/2006/main" type="blank" preserve="1"><p:cSld name="Blank"><p:spTree><p:nvGrpSpPr><p:cNvPr id="1" name=""/><p:cNvGrpSpPr/><p:nvPr/></p:nvGrpSpPr><p:grpSpPr><a:xfrm><a:off x="0" y="0"/><a:ext cx="0" cy="0"/><a:chOff x="0" y="0"/><a:chExt cx="0" cy="0"/></a:xfrm></p:grpSpPr><p:sp><p:nvSpPr><p:cNvPr id="2" name="Date Placeholder 1"/><p:cNvSpPr><a:spLocks noGrp="1"/></p:cNvSpPr><p:nvPr><p:ph type="dt" sz="half" idx="10"/></p:nvPr></p:nvSpPr><p:spPr/><p:txBody><a:bodyPr/><a:lstStyle/><a:p><a:fld id="{5BCAD085-E8A6-8845-BD4E-CB4CCA059FC4}" type="datetimeFigureOut"><a:rPr lang="en-US" smtClean="0"/ noProof="1" lang="zxx"><a:t>1/27/13</a:t></a:fld><a:endParaRPr lang="en-US"/></a:p></p:txBody></p:sp><p:sp><p:nvSpPr><p:cNvPr id="3" name="Footer Placeholder 2"/><p:cNvSpPr><a:spLocks noGrp="1"/></p:cNvSpPr><p:nvPr><p:ph type="ftr" sz="quarter" idx="11"/></p:nvPr></p:nvSpPr><p:spPr/><p:txBody><a:bodyPr/><a:lstStyle/><a:p><a:endParaRPr lang="en-US"/></a:p></p:txBody></p:sp><p:sp><p:nvSpPr><p:cNvPr id="4" name="Slide Number Placeholder 3"/><p:cNvSpPr><a:spLocks noGrp="1"/></p:cNvSpPr><p:nvPr><p:ph type="sldNum" sz="quarter" idx="12"/></p:nvPr></p:nvSpPr><p:spPr/><p:txBody><a:bodyPr/><a:lstStyle/><a:p><a:fld id="{C1FF6DA9-008F-8B48-92A6-B652298478BF}" type="slidenum"><a:rPr lang="en-US" smtClean="0"/ noProof="1" lang="zxx"><a:t>‹#›</a:t></a:fld><a:endParaRPr lang="en-US"/></a:p></p:txBody></p:sp></p:spTree><p:extLst><p:ext uri="{BB962C8B-B14F-4D97-AF65-F5344CB8AC3E}"><p14:creationId xmlns:p14="http://schemas.microsoft.com/office/powerpoint/2010/main" val="1212999818"/></p:ext></p:extLst></p:cSld><p:clrMapOvr><a:masterClrMapping/></p:clrMapOvr></p:sldLayout>
</file>

<file path=ppt/slideLayouts/slideLayout8.xml><?xml version='1.0' encoding='UTF-8' standalone='yes'?>
<p:sldLayout xmlns:a="http://schemas.openxmlformats.org/drawingml/2006/main" xmlns:r="http://schemas.openxmlformats.org/officeDocument/2006/relationships" xmlns:p="http://schemas.openxmlformats.org/presentationml/2006/main" type="objTx" preserve="1"><p:cSld name="Content with Caption"><p:spTree><p:nvGrpSpPr><p:cNvPr id="1" name=""/><p:cNvGrpSpPr/><p:nvPr/></p:nvGrpSpPr><p:grpSpPr><a:xfrm><a:off x="0" y="0"/><a:ext cx="0" cy="0"/><a:chOff x="0" y="0"/><a:chExt cx="0" cy="0"/></a:xfrm></p:grpSpPr><p:sp><p:nvSpPr><p:cNvPr id="2" name="Title 1"/><p:cNvSpPr><a:spLocks noGrp="1"/></p:cNvSpPr><p:nvPr><p:ph type="title"/></p:nvPr></p:nvSpPr><p:spPr><a:xfrm><a:off x="457200" y="273050"/><a:ext cx="3008313" cy="1162050"/></a:xfrm></p:spPr><p:txBody><a:bodyPr anchor="b"/><a:lstStyle><a:lvl1pPr algn="l"><a:defRPr sz="2000" b="1"/></a:lvl1pPr></a:lstStyle><a:p><a:r><a:rPr lang="en-US" smtClean="0"/ noProof="1" lang="zxx"><a:t>Click to edit Master title style</a:t></a:r><a:endParaRPr lang="en-US"/></a:p></p:txBody></p:sp><p:sp><p:nvSpPr><p:cNvPr id="3" name="Content Placeholder 2"/><p:cNvSpPr><a:spLocks noGrp="1"/></p:cNvSpPr><p:nvPr><p:ph idx="1"/></p:nvPr></p:nvSpPr><p:spPr><a:xfrm><a:off x="3575050" y="273050"/><a:ext cx="5111750" cy="5853113"/></a:xfrm></p:spPr><p:txBody><a:bodyPr/><a:lstStyle><a:lvl1pPr><a:defRPr sz="3200"/></a:lvl1pPr><a:lvl2pPr><a:defRPr sz="2800"/></a:lvl2pPr><a:lvl3pPr><a:defRPr sz="2400"/></a:lvl3pPr><a:lvl4pPr><a:defRPr sz="2000"/></a:lvl4pPr><a:lvl5pPr><a:defRPr sz="2000"/></a:lvl5pPr><a:lvl6pPr><a:defRPr sz="2000"/></a:lvl6pPr><a:lvl7pPr><a:defRPr sz="2000"/></a:lvl7pPr><a:lvl8pPr><a:defRPr sz="2000"/></a:lvl8pPr><a:lvl9pPr><a:defRPr sz="2000"/></a:lvl9pPr></a:lstStyle><a:p><a:pPr lvl="0"/><a:r><a:rPr lang="en-US" smtClean="0"/ noProof="1" lang="zxx"><a:t>Click to edit Master text styles</a:t></a:r></a:p><a:p><a:pPr lvl="1"/><a:r><a:rPr lang="en-US" smtClean="0"/ noProof="1" lang="zxx"><a:t>Second level</a:t></a:r></a:p><a:p><a:pPr lvl="2"/><a:r><a:rPr lang="en-US" smtClean="0"/ noProof="1" lang="zxx"><a:t>Third level</a:t></a:r></a:p><a:p><a:pPr lvl="3"/><a:r><a:rPr lang="en-US" smtClean="0"/ noProof="1" lang="zxx"><a:t>Fourth level</a:t></a:r></a:p><a:p><a:pPr lvl="4"/><a:r><a:rPr lang="en-US" smtClean="0"/ noProof="1" lang="zxx"><a:t>Fifth level</a:t></a:r><a:endParaRPr lang="en-US"/></a:p></p:txBody></p:sp><p:sp><p:nvSpPr><p:cNvPr id="4" name="Text Placeholder 3"/><p:cNvSpPr><a:spLocks noGrp="1"/></p:cNvSpPr><p:nvPr><p:ph type="body" sz="half" idx="2"/></p:nvPr></p:nvSpPr><p:spPr><a:xfrm><a:off x="457200" y="1435100"/><a:ext cx="3008313" cy="4691063"/></a:xfrm></p:spPr><p:txBody><a:bodyPr/><a:lstStyle><a:lvl1pPr marL="0" indent="0"><a:buNone/><a:defRPr sz="1400"/></a:lvl1pPr><a:lvl2pPr marL="457200" indent="0"><a:buNone/><a:defRPr sz="1200"/></a:lvl2pPr><a:lvl3pPr marL="914400" indent="0"><a:buNone/><a:defRPr sz="1000"/></a:lvl3pPr><a:lvl4pPr marL="1371600" indent="0"><a:buNone/><a:defRPr sz="900"/></a:lvl4pPr><a:lvl5pPr marL="1828800" indent="0"><a:buNone/><a:defRPr sz="900"/></a:lvl5pPr><a:lvl6pPr marL="2286000" indent="0"><a:buNone/><a:defRPr sz="900"/></a:lvl6pPr><a:lvl7pPr marL="2743200" indent="0"><a:buNone/><a:defRPr sz="900"/></a:lvl7pPr><a:lvl8pPr marL="3200400" indent="0"><a:buNone/><a:defRPr sz="900"/></a:lvl8pPr><a:lvl9pPr marL="3657600" indent="0"><a:buNone/><a:defRPr sz="900"/></a:lvl9pPr></a:lstStyle><a:p><a:pPr lvl="0"/><a:r><a:rPr lang="en-US" smtClean="0"/ noProof="1" lang="zxx"><a:t>Click to edit Master text styles</a:t></a:r></a:p></p:txBody></p:sp><p:sp><p:nvSpPr><p:cNvPr id="5" name="Date Placeholder 4"/><p:cNvSpPr><a:spLocks noGrp="1"/></p:cNvSpPr><p:nvPr><p:ph type="dt" sz="half" idx="10"/></p:nvPr></p:nvSpPr><p:spPr/><p:txBody><a:bodyPr/><a:lstStyle/><a:p><a:fld id="{5BCAD085-E8A6-8845-BD4E-CB4CCA059FC4}" type="datetimeFigureOut"><a:rPr lang="en-US" smtClean="0"/ noProof="1" lang="zxx"><a:t>1/27/13</a:t></a:fld><a:endParaRPr lang="en-US"/></a:p></p:txBody></p:sp><p:sp><p:nvSpPr><p:cNvPr id="6" name="Footer Placeholder 5"/><p:cNvSpPr><a:spLocks noGrp="1"/></p:cNvSpPr><p:nvPr><p:ph type="ftr" sz="quarter" idx="11"/></p:nvPr></p:nvSpPr><p:spPr/><p:txBody><a:bodyPr/><a:lstStyle/><a:p><a:endParaRPr lang="en-US"/></a:p></p:txBody></p:sp><p:sp><p:nvSpPr><p:cNvPr id="7" name="Slide Number Placeholder 6"/><p:cNvSpPr><a:spLocks noGrp="1"/></p:cNvSpPr><p:nvPr><p:ph type="sldNum" sz="quarter" idx="12"/></p:nvPr></p:nvSpPr><p:spPr/><p:txBody><a:bodyPr/><a:lstStyle/><a:p><a:fld id="{C1FF6DA9-008F-8B48-92A6-B652298478BF}" type="slidenum"><a:rPr lang="en-US" smtClean="0"/ noProof="1" lang="zxx"><a:t>‹#›</a:t></a:fld><a:endParaRPr lang="en-US"/></a:p></p:txBody></p:sp></p:spTree><p:extLst><p:ext uri="{BB962C8B-B14F-4D97-AF65-F5344CB8AC3E}"><p14:creationId xmlns:p14="http://schemas.microsoft.com/office/powerpoint/2010/main" val="1840726560"/></p:ext></p:extLst></p:cSld><p:clrMapOvr><a:masterClrMapping/></p:clrMapOvr></p:sldLayout>
</file>

<file path=ppt/slideLayouts/slideLayout9.xml><?xml version='1.0' encoding='UTF-8' standalone='yes'?>
<p:sldLayout xmlns:a="http://schemas.openxmlformats.org/drawingml/2006/main" xmlns:r="http://schemas.openxmlformats.org/officeDocument/2006/relationships" xmlns:p="http://schemas.openxmlformats.org/presentationml/2006/main" type="picTx" preserve="1"><p:cSld name="Picture with Caption"><p:spTree><p:nvGrpSpPr><p:cNvPr id="1" name=""/><p:cNvGrpSpPr/><p:nvPr/></p:nvGrpSpPr><p:grpSpPr><a:xfrm><a:off x="0" y="0"/><a:ext cx="0" cy="0"/><a:chOff x="0" y="0"/><a:chExt cx="0" cy="0"/></a:xfrm></p:grpSpPr><p:sp><p:nvSpPr><p:cNvPr id="2" name="Title 1"/><p:cNvSpPr><a:spLocks noGrp="1"/></p:cNvSpPr><p:nvPr><p:ph type="title"/></p:nvPr></p:nvSpPr><p:spPr><a:xfrm><a:off x="1792288" y="4800600"/><a:ext cx="5486400" cy="566738"/></a:xfrm></p:spPr><p:txBody><a:bodyPr anchor="b"/><a:lstStyle><a:lvl1pPr algn="l"><a:defRPr sz="2000" b="1"/></a:lvl1pPr></a:lstStyle><a:p><a:r><a:rPr lang="en-US" smtClean="0"/ noProof="1" lang="zxx"><a:t>Click to edit Master title style</a:t></a:r><a:endParaRPr lang="en-US"/></a:p></p:txBody></p:sp><p:sp><p:nvSpPr><p:cNvPr id="3" name="Picture Placeholder 2"/><p:cNvSpPr><a:spLocks noGrp="1"/></p:cNvSpPr><p:nvPr><p:ph type="pic" idx="1"/></p:nvPr></p:nvSpPr><p:spPr><a:xfrm><a:off x="1792288" y="612775"/><a:ext cx="5486400" cy="4114800"/></a:xfrm></p:spPr><p:txBody><a:bodyPr/><a:lstStyle><a:lvl1pPr marL="0" indent="0"><a:buNone/><a:defRPr sz="3200"/></a:lvl1pPr><a:lvl2pPr marL="457200" indent="0"><a:buNone/><a:defRPr sz="2800"/></a:lvl2pPr><a:lvl3pPr marL="914400" indent="0"><a:buNone/><a:defRPr sz="2400"/></a:lvl3pPr><a:lvl4pPr marL="1371600" indent="0"><a:buNone/><a:defRPr sz="2000"/></a:lvl4pPr><a:lvl5pPr marL="1828800" indent="0"><a:buNone/><a:defRPr sz="2000"/></a:lvl5pPr><a:lvl6pPr marL="2286000" indent="0"><a:buNone/><a:defRPr sz="2000"/></a:lvl6pPr><a:lvl7pPr marL="2743200" indent="0"><a:buNone/><a:defRPr sz="2000"/></a:lvl7pPr><a:lvl8pPr marL="3200400" indent="0"><a:buNone/><a:defRPr sz="2000"/></a:lvl8pPr><a:lvl9pPr marL="3657600" indent="0"><a:buNone/><a:defRPr sz="2000"/></a:lvl9pPr></a:lstStyle><a:p><a:endParaRPr lang="en-US"/></a:p></p:txBody></p:sp><p:sp><p:nvSpPr><p:cNvPr id="4" name="Text Placeholder 3"/><p:cNvSpPr><a:spLocks noGrp="1"/></p:cNvSpPr><p:nvPr><p:ph type="body" sz="half" idx="2"/></p:nvPr></p:nvSpPr><p:spPr><a:xfrm><a:off x="1792288" y="5367338"/><a:ext cx="5486400" cy="804862"/></a:xfrm></p:spPr><p:txBody><a:bodyPr/><a:lstStyle><a:lvl1pPr marL="0" indent="0"><a:buNone/><a:defRPr sz="1400"/></a:lvl1pPr><a:lvl2pPr marL="457200" indent="0"><a:buNone/><a:defRPr sz="1200"/></a:lvl2pPr><a:lvl3pPr marL="914400" indent="0"><a:buNone/><a:defRPr sz="1000"/></a:lvl3pPr><a:lvl4pPr marL="1371600" indent="0"><a:buNone/><a:defRPr sz="900"/></a:lvl4pPr><a:lvl5pPr marL="1828800" indent="0"><a:buNone/><a:defRPr sz="900"/></a:lvl5pPr><a:lvl6pPr marL="2286000" indent="0"><a:buNone/><a:defRPr sz="900"/></a:lvl6pPr><a:lvl7pPr marL="2743200" indent="0"><a:buNone/><a:defRPr sz="900"/></a:lvl7pPr><a:lvl8pPr marL="3200400" indent="0"><a:buNone/><a:defRPr sz="900"/></a:lvl8pPr><a:lvl9pPr marL="3657600" indent="0"><a:buNone/><a:defRPr sz="900"/></a:lvl9pPr></a:lstStyle><a:p><a:pPr lvl="0"/><a:r><a:rPr lang="en-US" smtClean="0"/ noProof="1" lang="zxx"><a:t>Click to edit Master text styles</a:t></a:r></a:p></p:txBody></p:sp><p:sp><p:nvSpPr><p:cNvPr id="5" name="Date Placeholder 4"/><p:cNvSpPr><a:spLocks noGrp="1"/></p:cNvSpPr><p:nvPr><p:ph type="dt" sz="half" idx="10"/></p:nvPr></p:nvSpPr><p:spPr/><p:txBody><a:bodyPr/><a:lstStyle/><a:p><a:fld id="{5BCAD085-E8A6-8845-BD4E-CB4CCA059FC4}" type="datetimeFigureOut"><a:rPr lang="en-US" smtClean="0"/ noProof="1" lang="zxx"><a:t>1/27/13</a:t></a:fld><a:endParaRPr lang="en-US"/></a:p></p:txBody></p:sp><p:sp><p:nvSpPr><p:cNvPr id="6" name="Footer Placeholder 5"/><p:cNvSpPr><a:spLocks noGrp="1"/></p:cNvSpPr><p:nvPr><p:ph type="ftr" sz="quarter" idx="11"/></p:nvPr></p:nvSpPr><p:spPr/><p:txBody><a:bodyPr/><a:lstStyle/><a:p><a:endParaRPr lang="en-US"/></a:p></p:txBody></p:sp><p:sp><p:nvSpPr><p:cNvPr id="7" name="Slide Number Placeholder 6"/><p:cNvSpPr><a:spLocks noGrp="1"/></p:cNvSpPr><p:nvPr><p:ph type="sldNum" sz="quarter" idx="12"/></p:nvPr></p:nvSpPr><p:spPr/><p:txBody><a:bodyPr/><a:lstStyle/><a:p><a:fld id="{C1FF6DA9-008F-8B48-92A6-B652298478BF}" type="slidenum"><a:rPr lang="en-US" smtClean="0"/ noProof="1" lang="zxx"><a:t>‹#›</a:t></a:fld><a:endParaRPr lang="en-US"/></a:p></p:txBody></p:sp></p:spTree><p:extLst><p:ext uri="{BB962C8B-B14F-4D97-AF65-F5344CB8AC3E}"><p14:creationId xmlns:p14="http://schemas.microsoft.com/office/powerpoint/2010/main" val="3889236939"/></p:ext></p:extLst></p:cSld><p:clrMapOvr><a:masterClrMapping/></p:clrMapOvr></p:sldLayout>
</file>

<file path=ppt/slideLayouts/slideLayout10.xml><?xml version='1.0' encoding='UTF-8' standalone='yes'?>
<p:sldLayout xmlns:a="http://schemas.openxmlformats.org/drawingml/2006/main" xmlns:r="http://schemas.openxmlformats.org/officeDocument/2006/relationships" xmlns:p="http://schemas.openxmlformats.org/presentationml/2006/main" type="vertTx" preserve="1"><p:cSld name="Title and Vertical Text"><p:spTree><p:nvGrpSpPr><p:cNvPr id="1" name=""/><p:cNvGrpSpPr/><p:nvPr/></p:nvGrpSpPr><p:grpSpPr><a:xfrm><a:off x="0" y="0"/><a:ext cx="0" cy="0"/><a:chOff x="0" y="0"/><a:chExt cx="0" cy="0"/></a:xfrm></p:grpSpPr><p:sp><p:nvSpPr><p:cNvPr id="2" name="Title 1"/><p:cNvSpPr><a:spLocks noGrp="1"/></p:cNvSpPr><p:nvPr><p:ph type="title"/></p:nvPr></p:nvSpPr><p:spPr/><p:txBody><a:bodyPr/><a:lstStyle/><a:p><a:r><a:rPr lang="en-US" smtClean="0"/ noProof="1" lang="zxx"><a:t>Click to edit Master title style</a:t></a:r><a:endParaRPr lang="en-US"/></a:p></p:txBody></p:sp><p:sp><p:nvSpPr><p:cNvPr id="3" name="Vertical Text Placeholder 2"/><p:cNvSpPr><a:spLocks noGrp="1"/></p:cNvSpPr><p:nvPr><p:ph type="body" orient="vert" idx="1"/></p:nvPr></p:nvSpPr><p:spPr/><p:txBody><a:bodyPr vert="eaVert"/><a:lstStyle/><a:p><a:pPr lvl="0"/><a:r><a:rPr lang="en-US" smtClean="0"/ noProof="1" lang="zxx"><a:t>Click to edit Master text styles</a:t></a:r></a:p><a:p><a:pPr lvl="1"/><a:r><a:rPr lang="en-US" smtClean="0"/ noProof="1" lang="zxx"><a:t>Second level</a:t></a:r></a:p><a:p><a:pPr lvl="2"/><a:r><a:rPr lang="en-US" smtClean="0"/ noProof="1" lang="zxx"><a:t>Third level</a:t></a:r></a:p><a:p><a:pPr lvl="3"/><a:r><a:rPr lang="en-US" smtClean="0"/ noProof="1" lang="zxx"><a:t>Fourth level</a:t></a:r></a:p><a:p><a:pPr lvl="4"/><a:r><a:rPr lang="en-US" smtClean="0"/ noProof="1" lang="zxx"><a:t>Fifth level</a:t></a:r><a:endParaRPr lang="en-US"/></a:p></p:txBody></p:sp><p:sp><p:nvSpPr><p:cNvPr id="4" name="Date Placeholder 3"/><p:cNvSpPr><a:spLocks noGrp="1"/></p:cNvSpPr><p:nvPr><p:ph type="dt" sz="half" idx="10"/></p:nvPr></p:nvSpPr><p:spPr/><p:txBody><a:bodyPr/><a:lstStyle/><a:p><a:fld id="{5BCAD085-E8A6-8845-BD4E-CB4CCA059FC4}" type="datetimeFigureOut"><a:rPr lang="en-US" smtClean="0"/ noProof="1" lang="zxx"><a:t>1/27/13</a:t></a:fld><a:endParaRPr lang="en-US"/></a:p></p:txBody></p:sp><p:sp><p:nvSpPr><p:cNvPr id="5" name="Footer Placeholder 4"/><p:cNvSpPr><a:spLocks noGrp="1"/></p:cNvSpPr><p:nvPr><p:ph type="ftr" sz="quarter" idx="11"/></p:nvPr></p:nvSpPr><p:spPr/><p:txBody><a:bodyPr/><a:lstStyle/><a:p><a:endParaRPr lang="en-US"/></a:p></p:txBody></p:sp><p:sp><p:nvSpPr><p:cNvPr id="6" name="Slide Number Placeholder 5"/><p:cNvSpPr><a:spLocks noGrp="1"/></p:cNvSpPr><p:nvPr><p:ph type="sldNum" sz="quarter" idx="12"/></p:nvPr></p:nvSpPr><p:spPr/><p:txBody><a:bodyPr/><a:lstStyle/><a:p><a:fld id="{C1FF6DA9-008F-8B48-92A6-B652298478BF}" type="slidenum"><a:rPr lang="en-US" smtClean="0"/ noProof="1" lang="zxx"><a:t>‹#›</a:t></a:fld><a:endParaRPr lang="en-US"/></a:p></p:txBody></p:sp></p:spTree><p:extLst><p:ext uri="{BB962C8B-B14F-4D97-AF65-F5344CB8AC3E}"><p14:creationId xmlns:p14="http://schemas.microsoft.com/office/powerpoint/2010/main" val="2910927964"/></p:ext></p:extLst></p:cSld><p:clrMapOvr><a:masterClrMapping/></p:clrMapOvr></p:sldLayout>
</file>

<file path=ppt/slideLayouts/slideLayout11.xml><?xml version='1.0' encoding='UTF-8' standalone='yes'?>
<p:sldLayout xmlns:a="http://schemas.openxmlformats.org/drawingml/2006/main" xmlns:r="http://schemas.openxmlformats.org/officeDocument/2006/relationships" xmlns:p="http://schemas.openxmlformats.org/presentationml/2006/main" type="vertTitleAndTx" preserve="1"><p:cSld name="Vertical Title and Text"><p:spTree><p:nvGrpSpPr><p:cNvPr id="1" name=""/><p:cNvGrpSpPr/><p:nvPr/></p:nvGrpSpPr><p:grpSpPr><a:xfrm><a:off x="0" y="0"/><a:ext cx="0" cy="0"/><a:chOff x="0" y="0"/><a:chExt cx="0" cy="0"/></a:xfrm></p:grpSpPr><p:sp><p:nvSpPr><p:cNvPr id="2" name="Vertical Title 1"/><p:cNvSpPr><a:spLocks noGrp="1"/></p:cNvSpPr><p:nvPr><p:ph type="title" orient="vert"/></p:nvPr></p:nvSpPr><p:spPr><a:xfrm><a:off x="6629400" y="274638"/><a:ext cx="2057400" cy="5851525"/></a:xfrm></p:spPr><p:txBody><a:bodyPr vert="eaVert"/><a:lstStyle/><a:p><a:r><a:rPr lang="en-US" smtClean="0"/ noProof="1" lang="zxx"><a:t>Click to edit Master title style</a:t></a:r><a:endParaRPr lang="en-US"/></a:p></p:txBody></p:sp><p:sp><p:nvSpPr><p:cNvPr id="3" name="Vertical Text Placeholder 2"/><p:cNvSpPr><a:spLocks noGrp="1"/></p:cNvSpPr><p:nvPr><p:ph type="body" orient="vert" idx="1"/></p:nvPr></p:nvSpPr><p:spPr><a:xfrm><a:off x="457200" y="274638"/><a:ext cx="6019800" cy="5851525"/></a:xfrm></p:spPr><p:txBody><a:bodyPr vert="eaVert"/><a:lstStyle/><a:p><a:pPr lvl="0"/><a:r><a:rPr lang="en-US" smtClean="0"/ noProof="1" lang="zxx"><a:t>Click to edit Master text styles</a:t></a:r></a:p><a:p><a:pPr lvl="1"/><a:r><a:rPr lang="en-US" smtClean="0"/ noProof="1" lang="zxx"><a:t>Second level</a:t></a:r></a:p><a:p><a:pPr lvl="2"/><a:r><a:rPr lang="en-US" smtClean="0"/ noProof="1" lang="zxx"><a:t>Third level</a:t></a:r></a:p><a:p><a:pPr lvl="3"/><a:r><a:rPr lang="en-US" smtClean="0"/ noProof="1" lang="zxx"><a:t>Fourth level</a:t></a:r></a:p><a:p><a:pPr lvl="4"/><a:r><a:rPr lang="en-US" smtClean="0"/ noProof="1" lang="zxx"><a:t>Fifth level</a:t></a:r><a:endParaRPr lang="en-US"/></a:p></p:txBody></p:sp><p:sp><p:nvSpPr><p:cNvPr id="4" name="Date Placeholder 3"/><p:cNvSpPr><a:spLocks noGrp="1"/></p:cNvSpPr><p:nvPr><p:ph type="dt" sz="half" idx="10"/></p:nvPr></p:nvSpPr><p:spPr/><p:txBody><a:bodyPr/><a:lstStyle/><a:p><a:fld id="{5BCAD085-E8A6-8845-BD4E-CB4CCA059FC4}" type="datetimeFigureOut"><a:rPr lang="en-US" smtClean="0"/ noProof="1" lang="zxx"><a:t>1/27/13</a:t></a:fld><a:endParaRPr lang="en-US"/></a:p></p:txBody></p:sp><p:sp><p:nvSpPr><p:cNvPr id="5" name="Footer Placeholder 4"/><p:cNvSpPr><a:spLocks noGrp="1"/></p:cNvSpPr><p:nvPr><p:ph type="ftr" sz="quarter" idx="11"/></p:nvPr></p:nvSpPr><p:spPr/><p:txBody><a:bodyPr/><a:lstStyle/><a:p><a:endParaRPr lang="en-US"/></a:p></p:txBody></p:sp><p:sp><p:nvSpPr><p:cNvPr id="6" name="Slide Number Placeholder 5"/><p:cNvSpPr><a:spLocks noGrp="1"/></p:cNvSpPr><p:nvPr><p:ph type="sldNum" sz="quarter" idx="12"/></p:nvPr></p:nvSpPr><p:spPr/><p:txBody><a:bodyPr/><a:lstStyle/><a:p><a:fld id="{C1FF6DA9-008F-8B48-92A6-B652298478BF}" type="slidenum"><a:rPr lang="en-US" smtClean="0"/ noProof="1" lang="zxx"><a:t>‹#›</a:t></a:fld><a:endParaRPr lang="en-US"/></a:p></p:txBody></p:sp></p:spTree><p:extLst><p:ext uri="{BB962C8B-B14F-4D97-AF65-F5344CB8AC3E}"><p14:creationId xmlns:p14="http://schemas.microsoft.com/office/powerpoint/2010/main" val="3612223792"/></p:ext></p:extLst></p:cSld><p:clrMapOvr><a:masterClrMapping/></p:clrMapOvr>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'1.0' encoding='UTF-8' standalone='yes'?>
<p:sldMaster xmlns:a="http://schemas.openxmlformats.org/drawingml/2006/main" xmlns:r="http://schemas.openxmlformats.org/officeDocument/2006/relationships" xmlns:p="http://schemas.openxmlformats.org/presentationml/2006/main"><p:cSld><p:bg><p:bgRef idx="1001"><a:schemeClr val="bg1"/></p:bgRef></p:bg><p:spTree><p:nvGrpSpPr><p:cNvPr id="1" name=""/><p:cNvGrpSpPr/><p:nvPr/></p:nvGrpSpPr><p:grpSpPr><a:xfrm><a:off x="0" y="0"/><a:ext cx="0" cy="0"/><a:chOff x="0" y="0"/><a:chExt cx="0" cy="0"/></a:xfrm></p:grpSpPr><p:sp><p:nvSpPr><p:cNvPr id="2" name="Title Placeholder 1"/><p:cNvSpPr><a:spLocks noGrp="1"/></p:cNvSpPr><p:nvPr><p:ph type="title"/></p:nvPr></p:nvSpPr><p:spPr><a:xfrm><a:off x="457200" y="274638"/><a:ext cx="8229600" cy="1143000"/></a:xfrm><a:prstGeom prst="rect"><a:avLst/></a:prstGeom></p:spPr><p:txBody><a:bodyPr vert="horz" lIns="91440" tIns="45720" rIns="91440" bIns="45720" rtlCol="0" anchor="ctr"><a:normAutofit/></a:bodyPr><a:lstStyle/><a:p><a:r><a:rPr lang="en-US" smtClean="0"/ noProof="1" lang="zxx"><a:t>Click to edit Master title style</a:t></a:r><a:endParaRPr lang="en-US"/></a:p></p:txBody></p:sp><p:sp><p:nvSpPr><p:cNvPr id="3" name="Text Placeholder 2"/><p:cNvSpPr><a:spLocks noGrp="1"/></p:cNvSpPr><p:nvPr><p:ph type="body" idx="1"/></p:nvPr></p:nvSpPr><p:spPr><a:xfrm><a:off x="457200" y="1600200"/><a:ext cx="8229600" cy="4525963"/></a:xfrm><a:prstGeom prst="rect"><a:avLst/></a:prstGeom></p:spPr><p:txBody><a:bodyPr vert="horz" lIns="91440" tIns="45720" rIns="91440" bIns="45720" rtlCol="0"><a:normAutofit/></a:bodyPr><a:lstStyle/><a:p><a:pPr lvl="0"/><a:r><a:rPr lang="en-US" smtClean="0"/ noProof="1" lang="zxx"><a:t>Click to edit Master text styles</a:t></a:r></a:p><a:p><a:pPr lvl="1"/><a:r><a:rPr lang="en-US" smtClean="0"/ noProof="1" lang="zxx"><a:t>Second level</a:t></a:r></a:p><a:p><a:pPr lvl="2"/><a:r><a:rPr lang="en-US" smtClean="0"/ noProof="1" lang="zxx"><a:t>Third level</a:t></a:r></a:p><a:p><a:pPr lvl="3"/><a:r><a:rPr lang="en-US" smtClean="0"/ noProof="1" lang="zxx"><a:t>Fourth level</a:t></a:r></a:p><a:p><a:pPr lvl="4"/><a:r><a:rPr lang="en-US" smtClean="0"/ noProof="1" lang="zxx"><a:t>Fifth level</a:t></a:r><a:endParaRPr lang="en-US"/></a:p></p:txBody></p:sp><p:sp><p:nvSpPr><p:cNvPr id="4" name="Date Placeholder 3"/><p:cNvSpPr><a:spLocks noGrp="1"/></p:cNvSpPr><p:nvPr><p:ph type="dt" sz="half" idx="2"/></p:nvPr></p:nvSpPr><p:spPr><a:xfrm><a:off x="457200" y="6356350"/><a:ext cx="2133600" cy="365125"/></a:xfrm><a:prstGeom prst="rect"><a:avLst/></a:prstGeom></p:spPr><p:txBody><a:bodyPr vert="horz" lIns="91440" tIns="45720" rIns="91440" bIns="45720" rtlCol="0" anchor="ctr"/><a:lstStyle><a:lvl1pPr algn="l"><a:defRPr sz="1200"><a:solidFill><a:schemeClr val="tx1"><a:tint val="75000"/></a:schemeClr></a:solidFill></a:defRPr></a:lvl1pPr></a:lstStyle><a:p><a:fld id="{5BCAD085-E8A6-8845-BD4E-CB4CCA059FC4}" type="datetimeFigureOut"><a:rPr lang="en-US" smtClean="0"/ noProof="1" lang="zxx"><a:t>1/27/13</a:t></a:fld><a:endParaRPr lang="en-US"/></a:p></p:txBody></p:sp><p:sp><p:nvSpPr><p:cNvPr id="5" name="Footer Placeholder 4"/><p:cNvSpPr><a:spLocks noGrp="1"/></p:cNvSpPr><p:nvPr><p:ph type="ftr" sz="quarter" idx="3"/></p:nvPr></p:nvSpPr><p:spPr><a:xfrm><a:off x="3124200" y="6356350"/><a:ext cx="2895600" cy="365125"/></a:xfrm><a:prstGeom prst="rect"><a:avLst/></a:prstGeom></p:spPr><p:txBody><a:bodyPr vert="horz" lIns="91440" tIns="45720" rIns="91440" bIns="45720" rtlCol="0" anchor="ctr"/><a:lstStyle><a:lvl1pPr algn="ctr"><a:defRPr sz="1200"><a:solidFill><a:schemeClr val="tx1"><a:tint val="75000"/></a:schemeClr></a:solidFill></a:defRPr></a:lvl1pPr></a:lstStyle><a:p><a:endParaRPr lang="en-US"/></a:p></p:txBody></p:sp><p:sp><p:nvSpPr><p:cNvPr id="6" name="Slide Number Placeholder 5"/><p:cNvSpPr><a:spLocks noGrp="1"/></p:cNvSpPr><p:nvPr><p:ph type="sldNum" sz="quarter" idx="4"/></p:nvPr></p:nvSpPr><p:spPr><a:xfrm><a:off x="6553200" y="6356350"/><a:ext cx="2133600" cy="365125"/></a:xfrm><a:prstGeom prst="rect"><a:avLst/></a:prstGeom></p:spPr><p:txBody><a:bodyPr vert="horz" lIns="91440" tIns="45720" rIns="91440" bIns="45720" rtlCol="0" anchor="ctr"/><a:lstStyle><a:lvl1pPr algn="r"><a:defRPr sz="1200"><a:solidFill><a:schemeClr val="tx1"><a:tint val="75000"/></a:schemeClr></a:solidFill></a:defRPr></a:lvl1pPr></a:lstStyle><a:p><a:fld id="{C1FF6DA9-008F-8B48-92A6-B652298478BF}" type="slidenum"><a:rPr lang="en-US" smtClean="0"/ noProof="1" lang="zxx"><a:t>‹#›</a:t></a:fld><a:endParaRPr lang="en-US"/></a:p></p:txBody></p:sp></p:spTree><p:extLst><p:ext uri="{BB962C8B-B14F-4D97-AF65-F5344CB8AC3E}"><p14:creationId xmlns:p14="http://schemas.microsoft.com/office/powerpoint/2010/main" val="2209977519"/></p:ext></p:extLst></p:cSld><p:clrMap bg1="lt1" tx1="dk1" bg2="lt2" tx2="dk2" accent1="accent1" accent2="accent2" accent3="accent3" accent4="accent4" accent5="accent5" accent6="accent6" hlink="hlink" folHlink="folHlink"/><p:sldLayoutIdLst><p:sldLayoutId id="2147483649" r:id="rId1"/><p:sldLayoutId id="2147483650" r:id="rId2"/><p:sldLayoutId id="2147483651" r:id="rId3"/><p:sldLayoutId id="2147483652" r:id="rId4"/><p:sldLayoutId id="2147483653" r:id="rId5"/><p:sldLayoutId id="2147483654" r:id="rId6"/><p:sldLayoutId id="2147483655" r:id="rId7"/><p:sldLayoutId id="2147483656" r:id="rId8"/><p:sldLayoutId id="2147483657" r:id="rId9"/><p:sldLayoutId id="2147483658" r:id="rId10"/><p:sldLayoutId id="2147483659" r:id="rId11"/></p:sldLayoutIdLst><p:txStyles><p:titleStyle><a:lvl1pPr algn="ctr" defTabSz="457200" rtl="0" eaLnBrk="1" latinLnBrk="0" hangingPunct="1"><a:spcBef><a:spcPct val="0"/></a:spcBef><a:buNone/><a:defRPr sz="4400" kern="1200"><a:solidFill><a:schemeClr val="tx1"/></a:solidFill><a:latin typeface="+mj-lt"/><a:ea typeface="+mj-ea"/><a:cs typeface="+mj-cs"/></a:defRPr></a:lvl1pPr></p:titleStyle><p:bodyStyle><a:lvl1pPr marL="342900" indent="-342900" algn="l" defTabSz="457200" rtl="0" eaLnBrk="1" latinLnBrk="0" hangingPunct="1"><a:spcBef><a:spcPct val="20000"/></a:spcBef><a:buFont typeface="Arial"/><a:buChar char="•"/><a:defRPr sz="3200" kern="1200"><a:solidFill><a:schemeClr val="tx1"/></a:solidFill><a:latin typeface="+mn-lt"/><a:ea typeface="+mn-ea"/><a:cs typeface="+mn-cs"/></a:defRPr></a:lvl1pPr><a:lvl2pPr marL="742950" indent="-285750" algn="l" defTabSz="457200" rtl="0" eaLnBrk="1" latinLnBrk="0" hangingPunct="1"><a:spcBef><a:spcPct val="20000"/></a:spcBef><a:buFont typeface="Arial"/><a:buChar char="–"/><a:defRPr sz="2800" kern="1200"><a:solidFill><a:schemeClr val="tx1"/></a:solidFill><a:latin typeface="+mn-lt"/><a:ea typeface="+mn-ea"/><a:cs typeface="+mn-cs"/></a:defRPr></a:lvl2pPr><a:lvl3pPr marL="1143000" indent="-228600" algn="l" defTabSz="457200" rtl="0" eaLnBrk="1" latinLnBrk="0" hangingPunct="1"><a:spcBef><a:spcPct val="20000"/></a:spcBef><a:buFont typeface="Arial"/><a:buChar char="•"/><a:defRPr sz="2400" kern="1200"><a:solidFill><a:schemeClr val="tx1"/></a:solidFill><a:latin typeface="+mn-lt"/><a:ea typeface="+mn-ea"/><a:cs typeface="+mn-cs"/></a:defRPr></a:lvl3pPr><a:lvl4pPr marL="1600200" indent="-228600" algn="l" defTabSz="457200" rtl="0" eaLnBrk="1" latinLnBrk="0" hangingPunct="1"><a:spcBef><a:spcPct val="20000"/></a:spcBef><a:buFont typeface="Arial"/><a:buChar char="–"/><a:defRPr sz="2000" kern="1200"><a:solidFill><a:schemeClr val="tx1"/></a:solidFill><a:latin typeface="+mn-lt"/><a:ea typeface="+mn-ea"/><a:cs typeface="+mn-cs"/></a:defRPr></a:lvl4pPr><a:lvl5pPr marL="2057400" indent="-228600" algn="l" defTabSz="457200" rtl="0" eaLnBrk="1" latinLnBrk="0" hangingPunct="1"><a:spcBef><a:spcPct val="20000"/></a:spcBef><a:buFont typeface="Arial"/><a:buChar char="»"/><a:defRPr sz="2000" kern="1200"><a:solidFill><a:schemeClr val="tx1"/></a:solidFill><a:latin typeface="+mn-lt"/><a:ea typeface="+mn-ea"/><a:cs typeface="+mn-cs"/></a:defRPr></a:lvl5pPr><a:lvl6pPr marL="2514600" indent="-228600" algn="l" defTabSz="457200" rtl="0" eaLnBrk="1" latinLnBrk="0" hangingPunct="1"><a:spcBef><a:spcPct val="20000"/></a:spcBef><a:buFont typeface="Arial"/><a:buChar char="•"/><a:defRPr sz="2000" kern="1200"><a:solidFill><a:schemeClr val="tx1"/></a:solidFill><a:latin typeface="+mn-lt"/><a:ea typeface="+mn-ea"/><a:cs typeface="+mn-cs"/></a:defRPr></a:lvl6pPr><a:lvl7pPr marL="2971800" indent="-228600" algn="l" defTabSz="457200" rtl="0" eaLnBrk="1" latinLnBrk="0" hangingPunct="1"><a:spcBef><a:spcPct val="20000"/></a:spcBef><a:buFont typeface="Arial"/><a:buChar char="•"/><a:defRPr sz="2000" kern="1200"><a:solidFill><a:schemeClr val="tx1"/></a:solidFill><a:latin typeface="+mn-lt"/><a:ea typeface="+mn-ea"/><a:cs typeface="+mn-cs"/></a:defRPr></a:lvl7pPr><a:lvl8pPr marL="3429000" indent="-228600" algn="l" defTabSz="457200" rtl="0" eaLnBrk="1" latinLnBrk="0" hangingPunct="1"><a:spcBef><a:spcPct val="20000"/></a:spcBef><a:buFont typeface="Arial"/><a:buChar char="•"/><a:defRPr sz="2000" kern="1200"><a:solidFill><a:schemeClr val="tx1"/></a:solidFill><a:latin typeface="+mn-lt"/><a:ea typeface="+mn-ea"/><a:cs typeface="+mn-cs"/></a:defRPr></a:lvl8pPr><a:lvl9pPr marL="3886200" indent="-228600" algn="l" defTabSz="457200" rtl="0" eaLnBrk="1" latinLnBrk="0" hangingPunct="1"><a:spcBef><a:spcPct val="20000"/></a:spcBef><a:buFont typeface="Arial"/><a:buChar char="•"/><a:defRPr sz="2000" kern="1200"><a:solidFill><a:schemeClr val="tx1"/></a:solidFill><a:latin typeface="+mn-lt"/><a:ea typeface="+mn-ea"/><a:cs typeface="+mn-cs"/></a:defRPr></a:lvl9pPr></p:bodyStyle><p:otherStyle><a:defPPr><a:defRPr lang="en-US"/></a:defPPr><a:lvl1pPr marL="0" algn="l" defTabSz="457200" rtl="0" eaLnBrk="1" latinLnBrk="0" hangingPunct="1"><a:defRPr sz="1800" kern="1200"><a:solidFill><a:schemeClr val="tx1"/></a:solidFill><a:latin typeface="+mn-lt"/><a:ea typeface="+mn-ea"/><a:cs typeface="+mn-cs"/></a:defRPr></a:lvl1pPr><a:lvl2pPr marL="457200" algn="l" defTabSz="457200" rtl="0" eaLnBrk="1" latinLnBrk="0" hangingPunct="1"><a:defRPr sz="1800" kern="1200"><a:solidFill><a:schemeClr val="tx1"/></a:solidFill><a:latin typeface="+mn-lt"/><a:ea typeface="+mn-ea"/><a:cs typeface="+mn-cs"/></a:defRPr></a:lvl2pPr><a:lvl3pPr marL="914400" algn="l" defTabSz="457200" rtl="0" eaLnBrk="1" latinLnBrk="0" hangingPunct="1"><a:defRPr sz="1800" kern="1200"><a:solidFill><a:schemeClr val="tx1"/></a:solidFill><a:latin typeface="+mn-lt"/><a:ea typeface="+mn-ea"/><a:cs typeface="+mn-cs"/></a:defRPr></a:lvl3pPr><a:lvl4pPr marL="1371600" algn="l" defTabSz="457200" rtl="0" eaLnBrk="1" latinLnBrk="0" hangingPunct="1"><a:defRPr sz="1800" kern="1200"><a:solidFill><a:schemeClr val="tx1"/></a:solidFill><a:latin typeface="+mn-lt"/><a:ea typeface="+mn-ea"/><a:cs typeface="+mn-cs"/></a:defRPr></a:lvl4pPr><a:lvl5pPr marL="1828800" algn="l" defTabSz="457200" rtl="0" eaLnBrk="1" latinLnBrk="0" hangingPunct="1"><a:defRPr sz="1800" kern="1200"><a:solidFill><a:schemeClr val="tx1"/></a:solidFill><a:latin typeface="+mn-lt"/><a:ea typeface="+mn-ea"/><a:cs typeface="+mn-cs"/></a:defRPr></a:lvl5pPr><a:lvl6pPr marL="2286000" algn="l" defTabSz="457200" rtl="0" eaLnBrk="1" latinLnBrk="0" hangingPunct="1"><a:defRPr sz="1800" kern="1200"><a:solidFill><a:schemeClr val="tx1"/></a:solidFill><a:latin typeface="+mn-lt"/><a:ea typeface="+mn-ea"/><a:cs typeface="+mn-cs"/></a:defRPr></a:lvl6pPr><a:lvl7pPr marL="2743200" algn="l" defTabSz="457200" rtl="0" eaLnBrk="1" latinLnBrk="0" hangingPunct="1"><a:defRPr sz="1800" kern="1200"><a:solidFill><a:schemeClr val="tx1"/></a:solidFill><a:latin typeface="+mn-lt"/><a:ea typeface="+mn-ea"/><a:cs typeface="+mn-cs"/></a:defRPr></a:lvl7pPr><a:lvl8pPr marL="3200400" algn="l" defTabSz="457200" rtl="0" eaLnBrk="1" latinLnBrk="0" hangingPunct="1"><a:defRPr sz="1800" kern="1200"><a:solidFill><a:schemeClr val="tx1"/></a:solidFill><a:latin typeface="+mn-lt"/><a:ea typeface="+mn-ea"/><a:cs typeface="+mn-cs"/></a:defRPr></a:lvl8pPr><a:lvl9pPr marL="3657600" algn="l" defTabSz="457200" rtl="0" eaLnBrk="1" latinLnBrk="0" hangingPunct="1"><a:defRPr sz="1800" kern="1200"><a:solidFill><a:schemeClr val="tx1"/></a:solidFill><a:latin typeface="+mn-lt"/><a:ea typeface="+mn-ea"/><a:cs typeface="+mn-cs"/></a:defRPr></a:lvl9pPr></p:otherStyle></p:txStyles>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Rectangle 1"/><p:cNvSpPr/><p:nvPr/></p:nvSpPr><p:spPr><a:xfrm><a:off x="0" y="0"/><a:ext cx="12191695" cy="6858000"/></a:xfrm><a:prstGeom prst="rect"><a:avLst/></a:prstGeom><a:solidFill><a:srgbClr val="0F172A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731520" y="365760"/><a:ext cx="10698480" cy="365760"/></a:xfrm><a:prstGeom prst="rect"><a:avLst/></a:prstGeom><a:noFill/></p:spPr><p:txBody><a:bodyPr wrap="none"><a:spAutoFit/></a:bodyPr><a:lstStyle/><a:p><a:pPr><a:defRPr sz="1200" b="1"><a:solidFill><a:srgbClr val="818CF8"/></a:solidFill><a:latin typeface="Arial"/></a:defRPr></a:pPr><a:r><a:rPr noProof="1" lang="zxx"/ noProof="1" lang="zxx"><a:t>SEMINAR INTRODUCTION &amp; COMPARISON</a:t></a:r></a:p></p:txBody></p:sp><p:sp><p:nvSpPr><p:cNvPr id="4" name="TextBox 3"/><p:cNvSpPr txBox="1"/><p:nvPr/></p:nvSpPr><p:spPr><a:xfrm><a:off x="731520" y="731520"/><a:ext cx="10698480" cy="731520"/></a:xfrm><a:prstGeom prst="rect"><a:avLst/></a:prstGeom><a:noFill/></p:spPr><p:txBody><a:bodyPr wrap="none"><a:spAutoFit/></a:bodyPr><a:lstStyle/><a:p><a:pPr><a:defRPr sz="2500" b="1"><a:solidFill><a:srgbClr val="F8FAFC"/></a:solidFill><a:latin typeface="Arial"/></a:defRPr></a:pPr><a:r><a:rPr noProof="1" lang="zxx"/ noProof="1" lang="zxx"><a:t>JavaScript Array Methods vs 'for' Loops</a:t></a:r></a:p></p:txBody></p:sp><p:sp><p:nvSpPr><p:cNvPr id="5" name="TextBox 4"/><p:cNvSpPr txBox="1"/><p:nvPr/></p:nvSpPr><p:spPr><a:xfrm><a:off x="731520" y="1371600"/><a:ext cx="10698480" cy="457200"/></a:xfrm><a:prstGeom prst="rect"><a:avLst/></a:prstGeom><a:noFill/></p:spPr><p:txBody><a:bodyPr wrap="none"><a:spAutoFit/></a:bodyPr><a:lstStyle/><a:p><a:pPr><a:defRPr sz="1300"><a:solidFill><a:srgbClr val="CBD5E1"/></a:solidFill><a:latin typeface="Arial"/></a:defRPr></a:pPr><a:r><a:rPr noProof="1" lang="zxx"/ noProof="1" lang="zxx"><a:t>Why Modern JavaScript Replaces 6-Line Loops with 1-Line Safe Methods.</a:t></a:r></a:p></p:txBody></p:sp><p:sp><p:nvSpPr><p:cNvPr id="6" name="Rounded Rectangle 5"/><p:cNvSpPr/><p:nvPr/></p:nvSpPr><p:spPr><a:xfrm><a:off x="731520" y="2011680"/><a:ext cx="5029200" cy="4297680"/></a:xfrm><a:prstGeom prst="roundRect"><a:avLst/></a:prstGeom><a:solidFill><a:srgbClr val="1E293B"/></a:solidFill><a:ln><a:solidFill><a:srgbClr val="334155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TextBox 6"/><p:cNvSpPr txBox="1"/><p:nvPr/></p:nvSpPr><p:spPr><a:xfrm><a:off x="914400" y="2103120"/><a:ext cx="4663440" cy="4023360"/></a:xfrm><a:prstGeom prst="rect"><a:avLst/></a:prstGeom><a:noFill/></p:spPr><p:txBody><a:bodyPr wrap="square"><a:spAutoFit/></a:bodyPr><a:lstStyle/><a:p><a:pPr><a:spcAft><a:spcPts val="1000"/></a:spcAft><a:defRPr sz="1300"><a:solidFill><a:srgbClr val="F8FAFC"/></a:solidFill><a:latin typeface="Arial"/></a:defRPr></a:pPr><a:r><a:rPr noProof="1" lang="zxx"/ noProof="1" lang="zxx"><a:t>✦ ❌ Traditional 'for' Loop: Requires empty arrays, index counters (i=0), and manual .push().</a:t></a:r></a:p><a:p><a:pPr><a:spcAft><a:spcPts val="1000"/></a:spcAft><a:defRPr sz="1300"><a:solidFill><a:srgbClr val="F8FAFC"/></a:solidFill><a:latin typeface="Arial"/></a:defRPr></a:pPr><a:r><a:rPr noProof="1" lang="zxx"/ noProof="1" lang="zxx"><a:t>✦ ✅ Modern Array Method: 1-line clean, readable, and declarative code.</a:t></a:r></a:p><a:p><a:pPr><a:spcAft><a:spcPts val="1000"/></a:spcAft><a:defRPr sz="1300"><a:solidFill><a:srgbClr val="F8FAFC"/></a:solidFill><a:latin typeface="Arial"/></a:defRPr></a:pPr><a:r><a:rPr noProof="1" lang="zxx"/ noProof="1" lang="zxx"><a:t>✦ 🛡️ ORIGINAL ARRAY STAYS 100% SAME: Modern methods NEVER modify or destroy original data!</a:t></a:r></a:p><a:p><a:pPr><a:spcAft><a:spcPts val="1000"/></a:spcAft><a:defRPr sz="1300"><a:solidFill><a:srgbClr val="F8FAFC"/></a:solidFill><a:latin typeface="Arial"/></a:defRPr></a:pPr><a:r><a:rPr noProof="1" lang="zxx"/ noProof="1" lang="zxx"><a:t>✦ Today's Agenda: map, filter, find, reduce, some, every, and method chaining pipelines.</a:t></a:r></a:p></p:txBody></p:sp><p:sp><p:nvSpPr><p:cNvPr id="8" name="Rounded Rectangle 7"/><p:cNvSpPr/><p:nvPr/></p:nvSpPr><p:spPr><a:xfrm><a:off x="6035040" y="2011680"/><a:ext cx="5394960" cy="4297680"/></a:xfrm><a:prstGeom prst="roundRect"><a:avLst/></a:prstGeom><a:solidFill><a:srgbClr val="0A0F1D"/></a:solidFill><a:ln><a:solidFill><a:srgbClr val="818CF8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9" name="TextBox 8"/><p:cNvSpPr txBox="1"/><p:nvPr/></p:nvSpPr><p:spPr><a:xfrm><a:off x="6217920" y="2103120"/><a:ext cx="5029200" cy="365760"/></a:xfrm><a:prstGeom prst="rect"><a:avLst/></a:prstGeom><a:noFill/></p:spPr><p:txBody><a:bodyPr wrap="none"><a:spAutoFit/></a:bodyPr><a:lstStyle/><a:p><a:pPr><a:defRPr sz="1200" b="1"><a:solidFill><a:srgbClr val="FBBF24"/></a:solidFill><a:latin typeface="Arial"/></a:defRPr></a:pPr><a:r><a:rPr noProof="1" lang="zxx"/ noProof="1" lang="zxx"><a:t>💻 Slide 1: Direct Code Comparison</a:t></a:r></a:p></p:txBody></p:sp><p:sp><p:nvSpPr><p:cNvPr id="10" name="TextBox 9"/><p:cNvSpPr txBox="1"/><p:nvPr/></p:nvSpPr><p:spPr><a:xfrm><a:off x="6217920" y="2514600"/><a:ext cx="5029200" cy="3657600"/></a:xfrm><a:prstGeom prst="rect"><a:avLst/></a:prstGeom><a:noFill/></p:spPr><p:txBody><a:bodyPr wrap="square"><a:spAutoFit/></a:bodyPr><a:lstStyle/><a:p><a:pPr><a:defRPr sz="1080"><a:solidFill><a:srgbClr val="38BDF8"/></a:solidFill><a:latin typeface="Courier New"/></a:defRPr></a:pPr><a:r><a:rPr noProof="1" lang="zxx"/ noProof="1" lang="zxx"><a:t>let nums = [1, 2, 3];</a:t></a:r></a:p><a:p><a:pPr><a:defRPr sz="1080"><a:solidFill><a:srgbClr val="38BDF8"/></a:solidFill><a:latin typeface="Courier New"/></a:defRPr></a:pPr></a:p><a:p><a:pPr><a:defRPr sz="1080"><a:solidFill><a:srgbClr val="38BDF8"/></a:solidFill><a:latin typeface="Courier New"/></a:defRPr></a:pPr><a:r><a:rPr noProof="1" lang="zxx"/ noProof="1" lang="zxx"><a:t>// ❌ OLD WAY (for loop - 5 lines):</a:t></a:r></a:p><a:p><a:pPr><a:defRPr sz="1080"><a:solidFill><a:srgbClr val="38BDF8"/></a:solidFill><a:latin typeface="Courier New"/></a:defRPr></a:pPr><a:r><a:rPr noProof="1" lang="zxx"/ noProof="1" lang="zxx"><a:t>let doubled1 = [];</a:t></a:r></a:p><a:p><a:pPr><a:defRPr sz="1080"><a:solidFill><a:srgbClr val="38BDF8"/></a:solidFill><a:latin typeface="Courier New"/></a:defRPr></a:pPr><a:r><a:rPr noProof="1" lang="zxx"/ noProof="1" lang="zxx"><a:t>for (let i = 0; i &lt; nums.length; i++) {</a:t></a:r></a:p><a:p><a:pPr><a:defRPr sz="1080"><a:solidFill><a:srgbClr val="38BDF8"/></a:solidFill><a:latin typeface="Courier New"/></a:defRPr></a:pPr><a:r><a:rPr noProof="1" lang="zxx"/ noProof="1" lang="zxx"><a:t>    doubled1.push(nums[i] * 2);</a:t></a:r></a:p><a:p><a:pPr><a:defRPr sz="1080"><a:solidFill><a:srgbClr val="38BDF8"/></a:solidFill><a:latin typeface="Courier New"/></a:defRPr></a:pPr><a:r><a:rPr noProof="1" lang="zxx"/ noProof="1" lang="zxx"><a:t>}</a:t></a:r></a:p><a:p><a:pPr><a:defRPr sz="1080"><a:solidFill><a:srgbClr val="38BDF8"/></a:solidFill><a:latin typeface="Courier New"/></a:defRPr></a:pPr><a:r><a:rPr noProof="1" lang="zxx"/ noProof="1" lang="zxx"><a:t>console.log(doubled1); // 👉 Output: [ 2, 4, 6 ]</a:t></a:r></a:p><a:p><a:pPr><a:defRPr sz="1080"><a:solidFill><a:srgbClr val="38BDF8"/></a:solidFill><a:latin typeface="Courier New"/></a:defRPr></a:pPr></a:p><a:p><a:pPr><a:defRPr sz="1080"><a:solidFill><a:srgbClr val="38BDF8"/></a:solidFill><a:latin typeface="Courier New"/></a:defRPr></a:pPr><a:r><a:rPr noProof="1" lang="zxx"/ noProof="1" lang="zxx"><a:t>// ✅ MODERN WAY (map() - 1 line):</a:t></a:r></a:p><a:p><a:pPr><a:defRPr sz="1080"><a:solidFill><a:srgbClr val="38BDF8"/></a:solidFill><a:latin typeface="Courier New"/></a:defRPr></a:pPr><a:r><a:rPr noProof="1" lang="zxx"/ noProof="1" lang="zxx"><a:t>let doubled2 = nums.map(n =&gt; n * 2);</a:t></a:r></a:p><a:p><a:pPr><a:defRPr sz="1080"><a:solidFill><a:srgbClr val="38BDF8"/></a:solidFill><a:latin typeface="Courier New"/></a:defRPr></a:pPr><a:r><a:rPr noProof="1" lang="zxx"/ noProof="1" lang="zxx"><a:t>console.log(doubled2); // 👉 Output: [ 2, 4, 6 ]</a:t></a:r></a:p><a:p><a:pPr><a:defRPr sz="1080"><a:solidFill><a:srgbClr val="38BDF8"/></a:solidFill><a:latin typeface="Courier New"/></a:defRPr></a:pPr></a:p><a:p><a:pPr><a:defRPr sz="1080"><a:solidFill><a:srgbClr val="38BDF8"/></a:solidFill><a:latin typeface="Courier New"/></a:defRPr></a:pPr><a:r><a:rPr noProof="1" lang="zxx"/ noProof="1" lang="zxx"><a:t>console.log(nums);     // 👉 Output: [ 1, 2, 3 ] (ORIGINAL STAYS SAME!)</a:t></a:r></a:p></p:txBody></p:sp></p:spTree></p:cSld><p:clrMapOvr><a:masterClrMapping/></p:clrMapOvr></p:sld>
</file>

<file path=ppt/slides/slide2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Rectangle 1"/><p:cNvSpPr/><p:nvPr/></p:nvSpPr><p:spPr><a:xfrm><a:off x="0" y="0"/><a:ext cx="12191695" cy="6858000"/></a:xfrm><a:prstGeom prst="rect"><a:avLst/></a:prstGeom><a:solidFill><a:srgbClr val="0F172A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731520" y="365760"/><a:ext cx="10698480" cy="365760"/></a:xfrm><a:prstGeom prst="rect"><a:avLst/></a:prstGeom><a:noFill/></p:spPr><p:txBody><a:bodyPr wrap="none"><a:spAutoFit/></a:bodyPr><a:lstStyle/><a:p><a:pPr><a:defRPr sz="1200" b="1"><a:solidFill><a:srgbClr val="818CF8"/></a:solidFill><a:latin typeface="Arial"/></a:defRPr></a:pPr><a:r><a:rPr noProof="1" lang="zxx"/ noProof="1" lang="zxx"><a:t>CORE ADVANTAGE</a:t></a:r></a:p></p:txBody></p:sp><p:sp><p:nvSpPr><p:cNvPr id="4" name="TextBox 3"/><p:cNvSpPr txBox="1"/><p:nvPr/></p:nvSpPr><p:spPr><a:xfrm><a:off x="731520" y="731520"/><a:ext cx="10698480" cy="731520"/></a:xfrm><a:prstGeom prst="rect"><a:avLst/></a:prstGeom><a:noFill/></p:spPr><p:txBody><a:bodyPr wrap="none"><a:spAutoFit/></a:bodyPr><a:lstStyle/><a:p><a:pPr><a:defRPr sz="2500" b="1"><a:solidFill><a:srgbClr val="F8FAFC"/></a:solidFill><a:latin typeface="Arial"/></a:defRPr></a:pPr><a:r><a:rPr noProof="1" lang="zxx"/ noProof="1" lang="zxx"><a:t>Why is 'Original Array Stays Same' So Important?</a:t></a:r></a:p></p:txBody></p:sp><p:sp><p:nvSpPr><p:cNvPr id="5" name="TextBox 4"/><p:cNvSpPr txBox="1"/><p:nvPr/></p:nvSpPr><p:spPr><a:xfrm><a:off x="731520" y="1371600"/><a:ext cx="10698480" cy="457200"/></a:xfrm><a:prstGeom prst="rect"><a:avLst/></a:prstGeom><a:noFill/></p:spPr><p:txBody><a:bodyPr wrap="none"><a:spAutoFit/></a:bodyPr><a:lstStyle/><a:p><a:pPr><a:defRPr sz="1300"><a:solidFill><a:srgbClr val="CBD5E1"/></a:solidFill><a:latin typeface="Arial"/></a:defRPr></a:pPr><a:r><a:rPr noProof="1" lang="zxx"/ noProof="1" lang="zxx"><a:t>How modern methods prevent accidental data destruction (Immutability).</a:t></a:r></a:p></p:txBody></p:sp><p:sp><p:nvSpPr><p:cNvPr id="6" name="Rounded Rectangle 5"/><p:cNvSpPr/><p:nvPr/></p:nvSpPr><p:spPr><a:xfrm><a:off x="731520" y="2011680"/><a:ext cx="5029200" cy="4297680"/></a:xfrm><a:prstGeom prst="roundRect"><a:avLst/></a:prstGeom><a:solidFill><a:srgbClr val="1E293B"/></a:solidFill><a:ln><a:solidFill><a:srgbClr val="334155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TextBox 6"/><p:cNvSpPr txBox="1"/><p:nvPr/></p:nvSpPr><p:spPr><a:xfrm><a:off x="914400" y="2103120"/><a:ext cx="4663440" cy="4023360"/></a:xfrm><a:prstGeom prst="rect"><a:avLst/></a:prstGeom><a:noFill/></p:spPr><p:txBody><a:bodyPr wrap="square"><a:spAutoFit/></a:bodyPr><a:lstStyle/><a:p><a:pPr><a:spcAft><a:spcPts val="1000"/></a:spcAft><a:defRPr sz="1300"><a:solidFill><a:srgbClr val="F8FAFC"/></a:solidFill><a:latin typeface="Arial"/></a:defRPr></a:pPr><a:r><a:rPr noProof="1" lang="zxx"/ noProof="1" lang="zxx"><a:t>✦ 1. Bug Prevention: Accidental changes to original data cause hidden bugs across your app.</a:t></a:r></a:p><a:p><a:pPr><a:spcAft><a:spcPts val="1000"/></a:spcAft><a:defRPr sz="1300"><a:solidFill><a:srgbClr val="F8FAFC"/></a:solidFill><a:latin typeface="Arial"/></a:defRPr></a:pPr><a:r><a:rPr noProof="1" lang="zxx"/ noProof="1" lang="zxx"><a:t>✦ 2. Pure &amp; Safe: Modern methods return a FRESH NEW array and NEVER touch the original.</a:t></a:r></a:p><a:p><a:pPr><a:spcAft><a:spcPts val="1000"/></a:spcAft><a:defRPr sz="1300"><a:solidFill><a:srgbClr val="F8FAFC"/></a:solidFill><a:latin typeface="Arial"/></a:defRPr></a:pPr><a:r><a:rPr noProof="1" lang="zxx"/ noProof="1" lang="zxx"><a:t>✦ 3. Predictable: You can reuse the original array multiple times without fear.</a:t></a:r></a:p><a:p><a:pPr><a:spcAft><a:spcPts val="1000"/></a:spcAft><a:defRPr sz="1300"><a:solidFill><a:srgbClr val="F8FAFC"/></a:solidFill><a:latin typeface="Arial"/></a:defRPr></a:pPr><a:r><a:rPr noProof="1" lang="zxx"/ noProof="1" lang="zxx"><a:t>✦ 4. Essential for React / Vue: Modern UI frameworks strictly require original data to remain unchanged!</a:t></a:r></a:p></p:txBody></p:sp><p:sp><p:nvSpPr><p:cNvPr id="8" name="Rounded Rectangle 7"/><p:cNvSpPr/><p:nvPr/></p:nvSpPr><p:spPr><a:xfrm><a:off x="6035040" y="2011680"/><a:ext cx="5394960" cy="4297680"/></a:xfrm><a:prstGeom prst="roundRect"><a:avLst/></a:prstGeom><a:solidFill><a:srgbClr val="0A0F1D"/></a:solidFill><a:ln><a:solidFill><a:srgbClr val="818CF8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9" name="TextBox 8"/><p:cNvSpPr txBox="1"/><p:nvPr/></p:nvSpPr><p:spPr><a:xfrm><a:off x="6217920" y="2103120"/><a:ext cx="5029200" cy="365760"/></a:xfrm><a:prstGeom prst="rect"><a:avLst/></a:prstGeom><a:noFill/></p:spPr><p:txBody><a:bodyPr wrap="none"><a:spAutoFit/></a:bodyPr><a:lstStyle/><a:p><a:pPr><a:defRPr sz="1200" b="1"><a:solidFill><a:srgbClr val="FBBF24"/></a:solidFill><a:latin typeface="Arial"/></a:defRPr></a:pPr><a:r><a:rPr noProof="1" lang="zxx"/ noProof="1" lang="zxx"><a:t>💻 Original Protection</a:t></a:r></a:p></p:txBody></p:sp><p:sp><p:nvSpPr><p:cNvPr id="10" name="TextBox 9"/><p:cNvSpPr txBox="1"/><p:nvPr/></p:nvSpPr><p:spPr><a:xfrm><a:off x="6217920" y="2514600"/><a:ext cx="5029200" cy="3657600"/></a:xfrm><a:prstGeom prst="rect"><a:avLst/></a:prstGeom><a:noFill/></p:spPr><p:txBody><a:bodyPr wrap="square"><a:spAutoFit/></a:bodyPr><a:lstStyle/><a:p><a:pPr><a:defRPr sz="1080"><a:solidFill><a:srgbClr val="38BDF8"/></a:solidFill><a:latin typeface="Courier New"/></a:defRPr></a:pPr><a:r><a:rPr noProof="1" lang="zxx"/ noProof="1" lang="zxx"><a:t>let originalData = [10, 20, 30];</a:t></a:r></a:p><a:p><a:pPr><a:defRPr sz="1080"><a:solidFill><a:srgbClr val="38BDF8"/></a:solidFill><a:latin typeface="Courier New"/></a:defRPr></a:pPr></a:p><a:p><a:pPr><a:defRPr sz="1080"><a:solidFill><a:srgbClr val="38BDF8"/></a:solidFill><a:latin typeface="Courier New"/></a:defRPr></a:pPr><a:r><a:rPr noProof="1" lang="zxx"/ noProof="1" lang="zxx"><a:t>// Filter creates new copy</a:t></a:r></a:p><a:p><a:pPr><a:defRPr sz="1080"><a:solidFill><a:srgbClr val="38BDF8"/></a:solidFill><a:latin typeface="Courier New"/></a:defRPr></a:pPr><a:r><a:rPr noProof="1" lang="zxx"/ noProof="1" lang="zxx"><a:t>let filtered = originalData.filter(x =&gt; x &gt; 15);</a:t></a:r></a:p><a:p><a:pPr><a:defRPr sz="1080"><a:solidFill><a:srgbClr val="38BDF8"/></a:solidFill><a:latin typeface="Courier New"/></a:defRPr></a:pPr></a:p><a:p><a:pPr><a:defRPr sz="1080"><a:solidFill><a:srgbClr val="38BDF8"/></a:solidFill><a:latin typeface="Courier New"/></a:defRPr></a:pPr><a:r><a:rPr noProof="1" lang="zxx"/ noProof="1" lang="zxx"><a:t>console.log(filtered);     // 👉 [ 20, 30 ] (New)</a:t></a:r></a:p><a:p><a:pPr><a:defRPr sz="1080"><a:solidFill><a:srgbClr val="38BDF8"/></a:solidFill><a:latin typeface="Courier New"/></a:defRPr></a:pPr><a:r><a:rPr noProof="1" lang="zxx"/ noProof="1" lang="zxx"><a:t>console.log(originalData); // 👉 [ 10, 20, 30 ] (Untouched!)</a:t></a:r></a:p></p:txBody></p:sp></p:spTree></p:cSld><p:clrMapOvr><a:masterClrMapping/></p:clrMapOvr></p:sld>
</file>

<file path=ppt/slides/slide3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Rectangle 1"/><p:cNvSpPr/><p:nvPr/></p:nvSpPr><p:spPr><a:xfrm><a:off x="0" y="0"/><a:ext cx="12191695" cy="6858000"/></a:xfrm><a:prstGeom prst="rect"><a:avLst/></a:prstGeom><a:solidFill><a:srgbClr val="0F172A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731520" y="365760"/><a:ext cx="10698480" cy="365760"/></a:xfrm><a:prstGeom prst="rect"><a:avLst/></a:prstGeom><a:noFill/></p:spPr><p:txBody><a:bodyPr wrap="none"><a:spAutoFit/></a:bodyPr><a:lstStyle/><a:p><a:pPr><a:defRPr sz="1200" b="1"><a:solidFill><a:srgbClr val="818CF8"/></a:solidFill><a:latin typeface="Arial"/></a:defRPr></a:pPr><a:r><a:rPr noProof="1" lang="zxx"/ noProof="1" lang="zxx"><a:t>1. MAP METHOD</a:t></a:r></a:p></p:txBody></p:sp><p:sp><p:nvSpPr><p:cNvPr id="4" name="TextBox 3"/><p:cNvSpPr txBox="1"/><p:nvPr/></p:nvSpPr><p:spPr><a:xfrm><a:off x="731520" y="731520"/><a:ext cx="10698480" cy="731520"/></a:xfrm><a:prstGeom prst="rect"><a:avLst/></a:prstGeom><a:noFill/></p:spPr><p:txBody><a:bodyPr wrap="none"><a:spAutoFit/></a:bodyPr><a:lstStyle/><a:p><a:pPr><a:defRPr sz="2500" b="1"><a:solidFill><a:srgbClr val="F8FAFC"/></a:solidFill><a:latin typeface="Arial"/></a:defRPr></a:pPr><a:r><a:rPr noProof="1" lang="zxx"/ noProof="1" lang="zxx"><a:t>map() vs 'for' Loop (Original Stays Same)</a:t></a:r></a:p></p:txBody></p:sp><p:sp><p:nvSpPr><p:cNvPr id="5" name="TextBox 4"/><p:cNvSpPr txBox="1"/><p:nvPr/></p:nvSpPr><p:spPr><a:xfrm><a:off x="731520" y="1371600"/><a:ext cx="10698480" cy="457200"/></a:xfrm><a:prstGeom prst="rect"><a:avLst/></a:prstGeom><a:noFill/></p:spPr><p:txBody><a:bodyPr wrap="none"><a:spAutoFit/></a:bodyPr><a:lstStyle/><a:p><a:pPr><a:defRPr sz="1300"><a:solidFill><a:srgbClr val="CBD5E1"/></a:solidFill><a:latin typeface="Arial"/></a:defRPr></a:pPr><a:r><a:rPr noProof="1" lang="zxx"/ noProof="1" lang="zxx"><a:t>Goal: Add 5 grace marks to all students in the list.</a:t></a:r></a:p></p:txBody></p:sp><p:sp><p:nvSpPr><p:cNvPr id="6" name="Rounded Rectangle 5"/><p:cNvSpPr/><p:nvPr/></p:nvSpPr><p:spPr><a:xfrm><a:off x="731520" y="2011680"/><a:ext cx="5029200" cy="4297680"/></a:xfrm><a:prstGeom prst="roundRect"><a:avLst/></a:prstGeom><a:solidFill><a:srgbClr val="1E293B"/></a:solidFill><a:ln><a:solidFill><a:srgbClr val="334155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TextBox 6"/><p:cNvSpPr txBox="1"/><p:nvPr/></p:nvSpPr><p:spPr><a:xfrm><a:off x="914400" y="2103120"/><a:ext cx="4663440" cy="4023360"/></a:xfrm><a:prstGeom prst="rect"><a:avLst/></a:prstGeom><a:noFill/></p:spPr><p:txBody><a:bodyPr wrap="square"><a:spAutoFit/></a:bodyPr><a:lstStyle/><a:p><a:pPr><a:spcAft><a:spcPts val="1000"/></a:spcAft><a:defRPr sz="1300"><a:solidFill><a:srgbClr val="F8FAFC"/></a:solidFill><a:latin typeface="Arial"/></a:defRPr></a:pPr><a:r><a:rPr noProof="1" lang="zxx"/ noProof="1" lang="zxx"><a:t>✦ Input Data: [50, 60, 70]</a:t></a:r></a:p><a:p><a:pPr><a:spcAft><a:spcPts val="1000"/></a:spcAft><a:defRPr sz="1300"><a:solidFill><a:srgbClr val="F8FAFC"/></a:solidFill><a:latin typeface="Arial"/></a:defRPr></a:pPr><a:r><a:rPr noProof="1" lang="zxx"/ noProof="1" lang="zxx"><a:t>✦ ❌ for Loop: Requires creating empty array and manual pushes.</a:t></a:r></a:p><a:p><a:pPr><a:spcAft><a:spcPts val="1000"/></a:spcAft><a:defRPr sz="1300"><a:solidFill><a:srgbClr val="F8FAFC"/></a:solidFill><a:latin typeface="Arial"/></a:defRPr></a:pPr><a:r><a:rPr noProof="1" lang="zxx"/ noProof="1" lang="zxx"><a:t>✦ ✅ map(): Returns a brand new array with transformed items.</a:t></a:r></a:p><a:p><a:pPr><a:spcAft><a:spcPts val="1000"/></a:spcAft><a:defRPr sz="1300"><a:solidFill><a:srgbClr val="F8FAFC"/></a:solidFill><a:latin typeface="Arial"/></a:defRPr></a:pPr><a:r><a:rPr noProof="1" lang="zxx"/ noProof="1" lang="zxx"><a:t>✦ 🛡️ ORIGINAL STAYS SAME: Original 'marks' is still [50, 60, 70]!</a:t></a:r></a:p></p:txBody></p:sp><p:sp><p:nvSpPr><p:cNvPr id="8" name="Rounded Rectangle 7"/><p:cNvSpPr/><p:nvPr/></p:nvSpPr><p:spPr><a:xfrm><a:off x="6035040" y="2011680"/><a:ext cx="5394960" cy="4297680"/></a:xfrm><a:prstGeom prst="roundRect"><a:avLst/></a:prstGeom><a:solidFill><a:srgbClr val="0A0F1D"/></a:solidFill><a:ln><a:solidFill><a:srgbClr val="818CF8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9" name="TextBox 8"/><p:cNvSpPr txBox="1"/><p:nvPr/></p:nvSpPr><p:spPr><a:xfrm><a:off x="6217920" y="2103120"/><a:ext cx="5029200" cy="365760"/></a:xfrm><a:prstGeom prst="rect"><a:avLst/></a:prstGeom><a:noFill/></p:spPr><p:txBody><a:bodyPr wrap="none"><a:spAutoFit/></a:bodyPr><a:lstStyle/><a:p><a:pPr><a:defRPr sz="1200" b="1"><a:solidFill><a:srgbClr val="FBBF24"/></a:solidFill><a:latin typeface="Arial"/></a:defRPr></a:pPr><a:r><a:rPr noProof="1" lang="zxx"/ noProof="1" lang="zxx"><a:t>💻 map_comparison.js</a:t></a:r></a:p></p:txBody></p:sp><p:sp><p:nvSpPr><p:cNvPr id="10" name="TextBox 9"/><p:cNvSpPr txBox="1"/><p:nvPr/></p:nvSpPr><p:spPr><a:xfrm><a:off x="6217920" y="2514600"/><a:ext cx="5029200" cy="3657600"/></a:xfrm><a:prstGeom prst="rect"><a:avLst/></a:prstGeom><a:noFill/></p:spPr><p:txBody><a:bodyPr wrap="square"><a:spAutoFit/></a:bodyPr><a:lstStyle/><a:p><a:pPr><a:defRPr sz="1080"><a:solidFill><a:srgbClr val="38BDF8"/></a:solidFill><a:latin typeface="Courier New"/></a:defRPr></a:pPr><a:r><a:rPr noProof="1" lang="zxx"/ noProof="1" lang="zxx"><a:t>let marks = [50, 60, 70];</a:t></a:r></a:p><a:p><a:pPr><a:defRPr sz="1080"><a:solidFill><a:srgbClr val="38BDF8"/></a:solidFill><a:latin typeface="Courier New"/></a:defRPr></a:pPr></a:p><a:p><a:pPr><a:defRPr sz="1080"><a:solidFill><a:srgbClr val="38BDF8"/></a:solidFill><a:latin typeface="Courier New"/></a:defRPr></a:pPr><a:r><a:rPr noProof="1" lang="zxx"/ noProof="1" lang="zxx"><a:t>// ❌ OLD WAY (for loop):</a:t></a:r></a:p><a:p><a:pPr><a:defRPr sz="1080"><a:solidFill><a:srgbClr val="38BDF8"/></a:solidFill><a:latin typeface="Courier New"/></a:defRPr></a:pPr><a:r><a:rPr noProof="1" lang="zxx"/ noProof="1" lang="zxx"><a:t>let res1 = [];</a:t></a:r></a:p><a:p><a:pPr><a:defRPr sz="1080"><a:solidFill><a:srgbClr val="38BDF8"/></a:solidFill><a:latin typeface="Courier New"/></a:defRPr></a:pPr><a:r><a:rPr noProof="1" lang="zxx"/ noProof="1" lang="zxx"><a:t>for (let i = 0; i &lt; marks.length; i++) {</a:t></a:r></a:p><a:p><a:pPr><a:defRPr sz="1080"><a:solidFill><a:srgbClr val="38BDF8"/></a:solidFill><a:latin typeface="Courier New"/></a:defRPr></a:pPr><a:r><a:rPr noProof="1" lang="zxx"/ noProof="1" lang="zxx"><a:t>    res1.push(marks[i] + 5);</a:t></a:r></a:p><a:p><a:pPr><a:defRPr sz="1080"><a:solidFill><a:srgbClr val="38BDF8"/></a:solidFill><a:latin typeface="Courier New"/></a:defRPr></a:pPr><a:r><a:rPr noProof="1" lang="zxx"/ noProof="1" lang="zxx"><a:t>}</a:t></a:r></a:p><a:p><a:pPr><a:defRPr sz="1080"><a:solidFill><a:srgbClr val="38BDF8"/></a:solidFill><a:latin typeface="Courier New"/></a:defRPr></a:pPr><a:r><a:rPr noProof="1" lang="zxx"/ noProof="1" lang="zxx"><a:t>console.log(res1); // 👉 [ 55, 65, 75 ]</a:t></a:r></a:p><a:p><a:pPr><a:defRPr sz="1080"><a:solidFill><a:srgbClr val="38BDF8"/></a:solidFill><a:latin typeface="Courier New"/></a:defRPr></a:pPr></a:p><a:p><a:pPr><a:defRPr sz="1080"><a:solidFill><a:srgbClr val="38BDF8"/></a:solidFill><a:latin typeface="Courier New"/></a:defRPr></a:pPr><a:r><a:rPr noProof="1" lang="zxx"/ noProof="1" lang="zxx"><a:t>// ✅ MODERN WAY (map):</a:t></a:r></a:p><a:p><a:pPr><a:defRPr sz="1080"><a:solidFill><a:srgbClr val="38BDF8"/></a:solidFill><a:latin typeface="Courier New"/></a:defRPr></a:pPr><a:r><a:rPr noProof="1" lang="zxx"/ noProof="1" lang="zxx"><a:t>let res2 = marks.map(m =&gt; m + 5);</a:t></a:r></a:p><a:p><a:pPr><a:defRPr sz="1080"><a:solidFill><a:srgbClr val="38BDF8"/></a:solidFill><a:latin typeface="Courier New"/></a:defRPr></a:pPr><a:r><a:rPr noProof="1" lang="zxx"/ noProof="1" lang="zxx"><a:t>console.log(res2); // 👉 [ 55, 65, 75 ] (New Array)</a:t></a:r></a:p><a:p><a:pPr><a:defRPr sz="1080"><a:solidFill><a:srgbClr val="38BDF8"/></a:solidFill><a:latin typeface="Courier New"/></a:defRPr></a:pPr><a:r><a:rPr noProof="1" lang="zxx"/ noProof="1" lang="zxx"><a:t>console.log(marks);// 👉 [ 50, 60, 70 ] (ORIGINAL UNTOUCHED!)</a:t></a:r></a:p></p:txBody></p:sp></p:spTree></p:cSld><p:clrMapOvr><a:masterClrMapping/></p:clrMapOvr></p:sld>
</file>

<file path=ppt/slides/slide4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Rectangle 1"/><p:cNvSpPr/><p:nvPr/></p:nvSpPr><p:spPr><a:xfrm><a:off x="0" y="0"/><a:ext cx="12191695" cy="6858000"/></a:xfrm><a:prstGeom prst="rect"><a:avLst/></a:prstGeom><a:solidFill><a:srgbClr val="0F172A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731520" y="365760"/><a:ext cx="10698480" cy="365760"/></a:xfrm><a:prstGeom prst="rect"><a:avLst/></a:prstGeom><a:noFill/></p:spPr><p:txBody><a:bodyPr wrap="none"><a:spAutoFit/></a:bodyPr><a:lstStyle/><a:p><a:pPr><a:defRPr sz="1200" b="1"><a:solidFill><a:srgbClr val="818CF8"/></a:solidFill><a:latin typeface="Arial"/></a:defRPr></a:pPr><a:r><a:rPr noProof="1" lang="zxx"/ noProof="1" lang="zxx"><a:t>2. FILTER METHOD</a:t></a:r></a:p></p:txBody></p:sp><p:sp><p:nvSpPr><p:cNvPr id="4" name="TextBox 3"/><p:cNvSpPr txBox="1"/><p:nvPr/></p:nvSpPr><p:spPr><a:xfrm><a:off x="731520" y="731520"/><a:ext cx="10698480" cy="731520"/></a:xfrm><a:prstGeom prst="rect"><a:avLst/></a:prstGeom><a:noFill/></p:spPr><p:txBody><a:bodyPr wrap="none"><a:spAutoFit/></a:bodyPr><a:lstStyle/><a:p><a:pPr><a:defRPr sz="2500" b="1"><a:solidFill><a:srgbClr val="F8FAFC"/></a:solidFill><a:latin typeface="Arial"/></a:defRPr></a:pPr><a:r><a:rPr noProof="1" lang="zxx"/ noProof="1" lang="zxx"><a:t>filter() vs 'for' Loop (Original Stays Same)</a:t></a:r></a:p></p:txBody></p:sp><p:sp><p:nvSpPr><p:cNvPr id="5" name="TextBox 4"/><p:cNvSpPr txBox="1"/><p:nvPr/></p:nvSpPr><p:spPr><a:xfrm><a:off x="731520" y="1371600"/><a:ext cx="10698480" cy="457200"/></a:xfrm><a:prstGeom prst="rect"><a:avLst/></a:prstGeom><a:noFill/></p:spPr><p:txBody><a:bodyPr wrap="none"><a:spAutoFit/></a:bodyPr><a:lstStyle/><a:p><a:pPr><a:defRPr sz="1300"><a:solidFill><a:srgbClr val="CBD5E1"/></a:solidFill><a:latin typeface="Arial"/></a:defRPr></a:pPr><a:r><a:rPr noProof="1" lang="zxx"/ noProof="1" lang="zxx"><a:t>Goal: Keep only passing marks (35 or above).</a:t></a:r></a:p></p:txBody></p:sp><p:sp><p:nvSpPr><p:cNvPr id="6" name="Rounded Rectangle 5"/><p:cNvSpPr/><p:nvPr/></p:nvSpPr><p:spPr><a:xfrm><a:off x="731520" y="2011680"/><a:ext cx="5029200" cy="4297680"/></a:xfrm><a:prstGeom prst="roundRect"><a:avLst/></a:prstGeom><a:solidFill><a:srgbClr val="1E293B"/></a:solidFill><a:ln><a:solidFill><a:srgbClr val="334155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TextBox 6"/><p:cNvSpPr txBox="1"/><p:nvPr/></p:nvSpPr><p:spPr><a:xfrm><a:off x="914400" y="2103120"/><a:ext cx="4663440" cy="4023360"/></a:xfrm><a:prstGeom prst="rect"><a:avLst/></a:prstGeom><a:noFill/></p:spPr><p:txBody><a:bodyPr wrap="square"><a:spAutoFit/></a:bodyPr><a:lstStyle/><a:p><a:pPr><a:spcAft><a:spcPts val="1000"/></a:spcAft><a:defRPr sz="1300"><a:solidFill><a:srgbClr val="F8FAFC"/></a:solidFill><a:latin typeface="Arial"/></a:defRPr></a:pPr><a:r><a:rPr noProof="1" lang="zxx"/ noProof="1" lang="zxx"><a:t>✦ Input Data: [85, 30, 92, 25, 70]</a:t></a:r></a:p><a:p><a:pPr><a:spcAft><a:spcPts val="1000"/></a:spcAft><a:defRPr sz="1300"><a:solidFill><a:srgbClr val="F8FAFC"/></a:solidFill><a:latin typeface="Arial"/></a:defRPr></a:pPr><a:r><a:rPr noProof="1" lang="zxx"/ noProof="1" lang="zxx"><a:t>✦ ❌ for Loop: Needs empty array, loop, and if condition.</a:t></a:r></a:p><a:p><a:pPr><a:spcAft><a:spcPts val="1000"/></a:spcAft><a:defRPr sz="1300"><a:solidFill><a:srgbClr val="F8FAFC"/></a:solidFill><a:latin typeface="Arial"/></a:defRPr></a:pPr><a:r><a:rPr noProof="1" lang="zxx"/ noProof="1" lang="zxx"><a:t>✦ ✅ filter(): Collects passing marks into a fresh new array.</a:t></a:r></a:p><a:p><a:pPr><a:spcAft><a:spcPts val="1000"/></a:spcAft><a:defRPr sz="1300"><a:solidFill><a:srgbClr val="F8FAFC"/></a:solidFill><a:latin typeface="Arial"/></a:defRPr></a:pPr><a:r><a:rPr noProof="1" lang="zxx"/ noProof="1" lang="zxx"><a:t>✦ 🛡️ ORIGINAL STAYS SAME: Original 'marks' still holds all 5 marks!</a:t></a:r></a:p></p:txBody></p:sp><p:sp><p:nvSpPr><p:cNvPr id="8" name="Rounded Rectangle 7"/><p:cNvSpPr/><p:nvPr/></p:nvSpPr><p:spPr><a:xfrm><a:off x="6035040" y="2011680"/><a:ext cx="5394960" cy="4297680"/></a:xfrm><a:prstGeom prst="roundRect"><a:avLst/></a:prstGeom><a:solidFill><a:srgbClr val="0A0F1D"/></a:solidFill><a:ln><a:solidFill><a:srgbClr val="818CF8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9" name="TextBox 8"/><p:cNvSpPr txBox="1"/><p:nvPr/></p:nvSpPr><p:spPr><a:xfrm><a:off x="6217920" y="2103120"/><a:ext cx="5029200" cy="365760"/></a:xfrm><a:prstGeom prst="rect"><a:avLst/></a:prstGeom><a:noFill/></p:spPr><p:txBody><a:bodyPr wrap="none"><a:spAutoFit/></a:bodyPr><a:lstStyle/><a:p><a:pPr><a:defRPr sz="1200" b="1"><a:solidFill><a:srgbClr val="FBBF24"/></a:solidFill><a:latin typeface="Arial"/></a:defRPr></a:pPr><a:r><a:rPr noProof="1" lang="zxx"/ noProof="1" lang="zxx"><a:t>💻 filter_comparison.js</a:t></a:r></a:p></p:txBody></p:sp><p:sp><p:nvSpPr><p:cNvPr id="10" name="TextBox 9"/><p:cNvSpPr txBox="1"/><p:nvPr/></p:nvSpPr><p:spPr><a:xfrm><a:off x="6217920" y="2514600"/><a:ext cx="5029200" cy="3657600"/></a:xfrm><a:prstGeom prst="rect"><a:avLst/></a:prstGeom><a:noFill/></p:spPr><p:txBody><a:bodyPr wrap="square"><a:spAutoFit/></a:bodyPr><a:lstStyle/><a:p><a:pPr><a:defRPr sz="1080"><a:solidFill><a:srgbClr val="38BDF8"/></a:solidFill><a:latin typeface="Courier New"/></a:defRPr></a:pPr><a:r><a:rPr noProof="1" lang="zxx"/ noProof="1" lang="zxx"><a:t>let marks = [85, 30, 92, 25, 70];</a:t></a:r></a:p><a:p><a:pPr><a:defRPr sz="1080"><a:solidFill><a:srgbClr val="38BDF8"/></a:solidFill><a:latin typeface="Courier New"/></a:defRPr></a:pPr></a:p><a:p><a:pPr><a:defRPr sz="1080"><a:solidFill><a:srgbClr val="38BDF8"/></a:solidFill><a:latin typeface="Courier New"/></a:defRPr></a:pPr><a:r><a:rPr noProof="1" lang="zxx"/ noProof="1" lang="zxx"><a:t>// ❌ OLD WAY (for loop):</a:t></a:r></a:p><a:p><a:pPr><a:defRPr sz="1080"><a:solidFill><a:srgbClr val="38BDF8"/></a:solidFill><a:latin typeface="Courier New"/></a:defRPr></a:pPr><a:r><a:rPr noProof="1" lang="zxx"/ noProof="1" lang="zxx"><a:t>let pass1 = [];</a:t></a:r></a:p><a:p><a:pPr><a:defRPr sz="1080"><a:solidFill><a:srgbClr val="38BDF8"/></a:solidFill><a:latin typeface="Courier New"/></a:defRPr></a:pPr><a:r><a:rPr noProof="1" lang="zxx"/ noProof="1" lang="zxx"><a:t>for (let i = 0; i &lt; marks.length; i++) {</a:t></a:r></a:p><a:p><a:pPr><a:defRPr sz="1080"><a:solidFill><a:srgbClr val="38BDF8"/></a:solidFill><a:latin typeface="Courier New"/></a:defRPr></a:pPr><a:r><a:rPr noProof="1" lang="zxx"/ noProof="1" lang="zxx"><a:t>    if (marks[i] &gt;= 35) pass1.push(marks[i]);</a:t></a:r></a:p><a:p><a:pPr><a:defRPr sz="1080"><a:solidFill><a:srgbClr val="38BDF8"/></a:solidFill><a:latin typeface="Courier New"/></a:defRPr></a:pPr><a:r><a:rPr noProof="1" lang="zxx"/ noProof="1" lang="zxx"><a:t>}</a:t></a:r></a:p><a:p><a:pPr><a:defRPr sz="1080"><a:solidFill><a:srgbClr val="38BDF8"/></a:solidFill><a:latin typeface="Courier New"/></a:defRPr></a:pPr><a:r><a:rPr noProof="1" lang="zxx"/ noProof="1" lang="zxx"><a:t>console.log(pass1); // 👉 [ 85, 92, 70 ]</a:t></a:r></a:p><a:p><a:pPr><a:defRPr sz="1080"><a:solidFill><a:srgbClr val="38BDF8"/></a:solidFill><a:latin typeface="Courier New"/></a:defRPr></a:pPr></a:p><a:p><a:pPr><a:defRPr sz="1080"><a:solidFill><a:srgbClr val="38BDF8"/></a:solidFill><a:latin typeface="Courier New"/></a:defRPr></a:pPr><a:r><a:rPr noProof="1" lang="zxx"/ noProof="1" lang="zxx"><a:t>// ✅ MODERN WAY (filter):</a:t></a:r></a:p><a:p><a:pPr><a:defRPr sz="1080"><a:solidFill><a:srgbClr val="38BDF8"/></a:solidFill><a:latin typeface="Courier New"/></a:defRPr></a:pPr><a:r><a:rPr noProof="1" lang="zxx"/ noProof="1" lang="zxx"><a:t>let pass2 = marks.filter(m =&gt; m &gt;= 35);</a:t></a:r></a:p><a:p><a:pPr><a:defRPr sz="1080"><a:solidFill><a:srgbClr val="38BDF8"/></a:solidFill><a:latin typeface="Courier New"/></a:defRPr></a:pPr><a:r><a:rPr noProof="1" lang="zxx"/ noProof="1" lang="zxx"><a:t>console.log(pass2); // 👉 [ 85, 92, 70 ] (New Array)</a:t></a:r></a:p><a:p><a:pPr><a:defRPr sz="1080"><a:solidFill><a:srgbClr val="38BDF8"/></a:solidFill><a:latin typeface="Courier New"/></a:defRPr></a:pPr><a:r><a:rPr noProof="1" lang="zxx"/ noProof="1" lang="zxx"><a:t>console.log(marks); // 👉 [ 85, 30, 92, 25, 70 ] (ORIGINAL UNTOUCHED!)</a:t></a:r></a:p></p:txBody></p:sp></p:spTree></p:cSld><p:clrMapOvr><a:masterClrMapping/></p:clrMapOvr></p:sld>
</file>

<file path=ppt/slides/slide5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Rectangle 1"/><p:cNvSpPr/><p:nvPr/></p:nvSpPr><p:spPr><a:xfrm><a:off x="0" y="0"/><a:ext cx="12191695" cy="6858000"/></a:xfrm><a:prstGeom prst="rect"><a:avLst/></a:prstGeom><a:solidFill><a:srgbClr val="0F172A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731520" y="365760"/><a:ext cx="10698480" cy="365760"/></a:xfrm><a:prstGeom prst="rect"><a:avLst/></a:prstGeom><a:noFill/></p:spPr><p:txBody><a:bodyPr wrap="none"><a:spAutoFit/></a:bodyPr><a:lstStyle/><a:p><a:pPr><a:defRPr sz="1200" b="1"><a:solidFill><a:srgbClr val="818CF8"/></a:solidFill><a:latin typeface="Arial"/></a:defRPr></a:pPr><a:r><a:rPr noProof="1" lang="zxx"/ noProof="1" lang="zxx"><a:t>3. FIND METHOD</a:t></a:r></a:p></p:txBody></p:sp><p:sp><p:nvSpPr><p:cNvPr id="4" name="TextBox 3"/><p:cNvSpPr txBox="1"/><p:nvPr/></p:nvSpPr><p:spPr><a:xfrm><a:off x="731520" y="731520"/><a:ext cx="10698480" cy="731520"/></a:xfrm><a:prstGeom prst="rect"><a:avLst/></a:prstGeom><a:noFill/></p:spPr><p:txBody><a:bodyPr wrap="none"><a:spAutoFit/></a:bodyPr><a:lstStyle/><a:p><a:pPr><a:defRPr sz="2500" b="1"><a:solidFill><a:srgbClr val="F8FAFC"/></a:solidFill><a:latin typeface="Arial"/></a:defRPr></a:pPr><a:r><a:rPr noProof="1" lang="zxx"/ noProof="1" lang="zxx"><a:t>find() vs 'for' Loop (Original Stays Same)</a:t></a:r></a:p></p:txBody></p:sp><p:sp><p:nvSpPr><p:cNvPr id="5" name="TextBox 4"/><p:cNvSpPr txBox="1"/><p:nvPr/></p:nvSpPr><p:spPr><a:xfrm><a:off x="731520" y="1371600"/><a:ext cx="10698480" cy="457200"/></a:xfrm><a:prstGeom prst="rect"><a:avLst/></a:prstGeom><a:noFill/></p:spPr><p:txBody><a:bodyPr wrap="none"><a:spAutoFit/></a:bodyPr><a:lstStyle/><a:p><a:pPr><a:defRPr sz="1300"><a:solidFill><a:srgbClr val="CBD5E1"/></a:solidFill><a:latin typeface="Arial"/></a:defRPr></a:pPr><a:r><a:rPr noProof="1" lang="zxx"/ noProof="1" lang="zxx"><a:t>Goal: Find the user with role = 'Admin'.</a:t></a:r></a:p></p:txBody></p:sp><p:sp><p:nvSpPr><p:cNvPr id="6" name="Rounded Rectangle 5"/><p:cNvSpPr/><p:nvPr/></p:nvSpPr><p:spPr><a:xfrm><a:off x="731520" y="2011680"/><a:ext cx="5029200" cy="4297680"/></a:xfrm><a:prstGeom prst="roundRect"><a:avLst/></a:prstGeom><a:solidFill><a:srgbClr val="1E293B"/></a:solidFill><a:ln><a:solidFill><a:srgbClr val="334155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TextBox 6"/><p:cNvSpPr txBox="1"/><p:nvPr/></p:nvSpPr><p:spPr><a:xfrm><a:off x="914400" y="2103120"/><a:ext cx="4663440" cy="4023360"/></a:xfrm><a:prstGeom prst="rect"><a:avLst/></a:prstGeom><a:noFill/></p:spPr><p:txBody><a:bodyPr wrap="square"><a:spAutoFit/></a:bodyPr><a:lstStyle/><a:p><a:pPr><a:spcAft><a:spcPts val="1000"/></a:spcAft><a:defRPr sz="1300"><a:solidFill><a:srgbClr val="F8FAFC"/></a:solidFill><a:latin typeface="Arial"/></a:defRPr></a:pPr><a:r><a:rPr noProof="1" lang="zxx"/ noProof="1" lang="zxx"><a:t>✦ Input Data: List of 3 user objects</a:t></a:r></a:p><a:p><a:pPr><a:spcAft><a:spcPts val="1000"/></a:spcAft><a:defRPr sz="1300"><a:solidFill><a:srgbClr val="F8FAFC"/></a:solidFill><a:latin typeface="Arial"/></a:defRPr></a:pPr><a:r><a:rPr noProof="1" lang="zxx"/ noProof="1" lang="zxx"><a:t>✦ ❌ for Loop: Needs 'let found = null' and manual 'break'.</a:t></a:r></a:p><a:p><a:pPr><a:spcAft><a:spcPts val="1000"/></a:spcAft><a:defRPr sz="1300"><a:solidFill><a:srgbClr val="F8FAFC"/></a:solidFill><a:latin typeface="Arial"/></a:defRPr></a:pPr><a:r><a:rPr noProof="1" lang="zxx"/ noProof="1" lang="zxx"><a:t>✦ ✅ find(): Stops instantly at 1st match and returns the item.</a:t></a:r></a:p><a:p><a:pPr><a:spcAft><a:spcPts val="1000"/></a:spcAft><a:defRPr sz="1300"><a:solidFill><a:srgbClr val="F8FAFC"/></a:solidFill><a:latin typeface="Arial"/></a:defRPr></a:pPr><a:r><a:rPr noProof="1" lang="zxx"/ noProof="1" lang="zxx"><a:t>✦ 🛡️ ORIGINAL STAYS SAME: Original 'users' array still has all 3 users!</a:t></a:r></a:p></p:txBody></p:sp><p:sp><p:nvSpPr><p:cNvPr id="8" name="Rounded Rectangle 7"/><p:cNvSpPr/><p:nvPr/></p:nvSpPr><p:spPr><a:xfrm><a:off x="6035040" y="2011680"/><a:ext cx="5394960" cy="4297680"/></a:xfrm><a:prstGeom prst="roundRect"><a:avLst/></a:prstGeom><a:solidFill><a:srgbClr val="0A0F1D"/></a:solidFill><a:ln><a:solidFill><a:srgbClr val="818CF8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9" name="TextBox 8"/><p:cNvSpPr txBox="1"/><p:nvPr/></p:nvSpPr><p:spPr><a:xfrm><a:off x="6217920" y="2103120"/><a:ext cx="5029200" cy="365760"/></a:xfrm><a:prstGeom prst="rect"><a:avLst/></a:prstGeom><a:noFill/></p:spPr><p:txBody><a:bodyPr wrap="none"><a:spAutoFit/></a:bodyPr><a:lstStyle/><a:p><a:pPr><a:defRPr sz="1200" b="1"><a:solidFill><a:srgbClr val="FBBF24"/></a:solidFill><a:latin typeface="Arial"/></a:defRPr></a:pPr><a:r><a:rPr noProof="1" lang="zxx"/ noProof="1" lang="zxx"><a:t>💻 find_comparison.js</a:t></a:r></a:p></p:txBody></p:sp><p:sp><p:nvSpPr><p:cNvPr id="10" name="TextBox 9"/><p:cNvSpPr txBox="1"/><p:nvPr/></p:nvSpPr><p:spPr><a:xfrm><a:off x="6217920" y="2514600"/><a:ext cx="5029200" cy="3657600"/></a:xfrm><a:prstGeom prst="rect"><a:avLst/></a:prstGeom><a:noFill/></p:spPr><p:txBody><a:bodyPr wrap="square"><a:spAutoFit/></a:bodyPr><a:lstStyle/><a:p><a:pPr><a:defRPr sz="1080"><a:solidFill><a:srgbClr val="38BDF8"/></a:solidFill><a:latin typeface="Courier New"/></a:defRPr></a:pPr><a:r><a:rPr noProof="1" lang="zxx"/ noProof="1" lang="zxx"><a:t>let users = [</a:t></a:r></a:p><a:p><a:pPr><a:defRPr sz="1080"><a:solidFill><a:srgbClr val="38BDF8"/></a:solidFill><a:latin typeface="Courier New"/></a:defRPr></a:pPr><a:r><a:rPr noProof="1" lang="zxx"/ noProof="1" lang="zxx"><a:t>  { id: 1, role: 'Admin', name: 'Arun' },</a:t></a:r></a:p><a:p><a:pPr><a:defRPr sz="1080"><a:solidFill><a:srgbClr val="38BDF8"/></a:solidFill><a:latin typeface="Courier New"/></a:defRPr></a:pPr><a:r><a:rPr noProof="1" lang="zxx"/ noProof="1" lang="zxx"><a:t>  { id: 2, role: 'User',  name: 'Priya' },</a:t></a:r></a:p><a:p><a:pPr><a:defRPr sz="1080"><a:solidFill><a:srgbClr val="38BDF8"/></a:solidFill><a:latin typeface="Courier New"/></a:defRPr></a:pPr><a:r><a:rPr noProof="1" lang="zxx"/ noProof="1" lang="zxx"><a:t>  { id: 3, role: 'Admin', name: 'Divakar' }</a:t></a:r></a:p><a:p><a:pPr><a:defRPr sz="1080"><a:solidFill><a:srgbClr val="38BDF8"/></a:solidFill><a:latin typeface="Courier New"/></a:defRPr></a:pPr><a:r><a:rPr noProof="1" lang="zxx"/ noProof="1" lang="zxx"><a:t>];</a:t></a:r></a:p><a:p><a:pPr><a:defRPr sz="1080"><a:solidFill><a:srgbClr val="38BDF8"/></a:solidFill><a:latin typeface="Courier New"/></a:defRPr></a:pPr></a:p><a:p><a:pPr><a:defRPr sz="1080"><a:solidFill><a:srgbClr val="38BDF8"/></a:solidFill><a:latin typeface="Courier New"/></a:defRPr></a:pPr><a:r><a:rPr noProof="1" lang="zxx"/ noProof="1" lang="zxx"><a:t>// ❌ OLD WAY (for loop + break):</a:t></a:r></a:p><a:p><a:pPr><a:defRPr sz="1080"><a:solidFill><a:srgbClr val="38BDF8"/></a:solidFill><a:latin typeface="Courier New"/></a:defRPr></a:pPr><a:r><a:rPr noProof="1" lang="zxx"/ noProof="1" lang="zxx"><a:t>let found1 = null;</a:t></a:r></a:p><a:p><a:pPr><a:defRPr sz="1080"><a:solidFill><a:srgbClr val="38BDF8"/></a:solidFill><a:latin typeface="Courier New"/></a:defRPr></a:pPr><a:r><a:rPr noProof="1" lang="zxx"/ noProof="1" lang="zxx"><a:t>for (let i = 0; i &lt; users.length; i++) {</a:t></a:r></a:p><a:p><a:pPr><a:defRPr sz="1080"><a:solidFill><a:srgbClr val="38BDF8"/></a:solidFill><a:latin typeface="Courier New"/></a:defRPr></a:pPr><a:r><a:rPr noProof="1" lang="zxx"/ noProof="1" lang="zxx"><a:t>    if (users[i].role === 'Admin') { found1 = users[i]; break; }</a:t></a:r></a:p><a:p><a:pPr><a:defRPr sz="1080"><a:solidFill><a:srgbClr val="38BDF8"/></a:solidFill><a:latin typeface="Courier New"/></a:defRPr></a:pPr><a:r><a:rPr noProof="1" lang="zxx"/ noProof="1" lang="zxx"><a:t>}</a:t></a:r></a:p><a:p><a:pPr><a:defRPr sz="1080"><a:solidFill><a:srgbClr val="38BDF8"/></a:solidFill><a:latin typeface="Courier New"/></a:defRPr></a:pPr><a:r><a:rPr noProof="1" lang="zxx"/ noProof="1" lang="zxx"><a:t>console.log(found1.name); // 👉 "Arun"</a:t></a:r></a:p><a:p><a:pPr><a:defRPr sz="1080"><a:solidFill><a:srgbClr val="38BDF8"/></a:solidFill><a:latin typeface="Courier New"/></a:defRPr></a:pPr></a:p><a:p><a:pPr><a:defRPr sz="1080"><a:solidFill><a:srgbClr val="38BDF8"/></a:solidFill><a:latin typeface="Courier New"/></a:defRPr></a:pPr><a:r><a:rPr noProof="1" lang="zxx"/ noProof="1" lang="zxx"><a:t>// ✅ MODERN WAY (find):</a:t></a:r></a:p><a:p><a:pPr><a:defRPr sz="1080"><a:solidFill><a:srgbClr val="38BDF8"/></a:solidFill><a:latin typeface="Courier New"/></a:defRPr></a:pPr><a:r><a:rPr noProof="1" lang="zxx"/ noProof="1" lang="zxx"><a:t>let found2 = users.find(u =&gt; u.role === 'Admin');</a:t></a:r></a:p><a:p><a:pPr><a:defRPr sz="1080"><a:solidFill><a:srgbClr val="38BDF8"/></a:solidFill><a:latin typeface="Courier New"/></a:defRPr></a:pPr><a:r><a:rPr noProof="1" lang="zxx"/ noProof="1" lang="zxx"><a:t>console.log(found2.name); // 👉 "Arun"</a:t></a:r></a:p><a:p><a:pPr><a:defRPr sz="1080"><a:solidFill><a:srgbClr val="38BDF8"/></a:solidFill><a:latin typeface="Courier New"/></a:defRPr></a:pPr><a:r><a:rPr noProof="1" lang="zxx"/ noProof="1" lang="zxx"><a:t>console.log(users.length);// 👉 3 (ORIGINAL ARRAY UNTOUCHED!)</a:t></a:r></a:p></p:txBody></p:sp></p:spTree></p:cSld><p:clrMapOvr><a:masterClrMapping/></p:clrMapOvr></p:sld>
</file>

<file path=ppt/slides/slide6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Rectangle 1"/><p:cNvSpPr/><p:nvPr/></p:nvSpPr><p:spPr><a:xfrm><a:off x="0" y="0"/><a:ext cx="12191695" cy="6858000"/></a:xfrm><a:prstGeom prst="rect"><a:avLst/></a:prstGeom><a:solidFill><a:srgbClr val="0F172A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731520" y="365760"/><a:ext cx="10698480" cy="365760"/></a:xfrm><a:prstGeom prst="rect"><a:avLst/></a:prstGeom><a:noFill/></p:spPr><p:txBody><a:bodyPr wrap="none"><a:spAutoFit/></a:bodyPr><a:lstStyle/><a:p><a:pPr><a:defRPr sz="1200" b="1"><a:solidFill><a:srgbClr val="818CF8"/></a:solidFill><a:latin typeface="Arial"/></a:defRPr></a:pPr><a:r><a:rPr noProof="1" lang="zxx"/ noProof="1" lang="zxx"><a:t>4. REDUCE METHOD</a:t></a:r></a:p></p:txBody></p:sp><p:sp><p:nvSpPr><p:cNvPr id="4" name="TextBox 3"/><p:cNvSpPr txBox="1"/><p:nvPr/></p:nvSpPr><p:spPr><a:xfrm><a:off x="731520" y="731520"/><a:ext cx="10698480" cy="731520"/></a:xfrm><a:prstGeom prst="rect"><a:avLst/></a:prstGeom><a:noFill/></p:spPr><p:txBody><a:bodyPr wrap="none"><a:spAutoFit/></a:bodyPr><a:lstStyle/><a:p><a:pPr><a:defRPr sz="2500" b="1"><a:solidFill><a:srgbClr val="F8FAFC"/></a:solidFill><a:latin typeface="Arial"/></a:defRPr></a:pPr><a:r><a:rPr noProof="1" lang="zxx"/ noProof="1" lang="zxx"><a:t>reduce() vs 'for' Loop (Original Stays Same)</a:t></a:r></a:p></p:txBody></p:sp><p:sp><p:nvSpPr><p:cNvPr id="5" name="TextBox 4"/><p:cNvSpPr txBox="1"/><p:nvPr/></p:nvSpPr><p:spPr><a:xfrm><a:off x="731520" y="1371600"/><a:ext cx="10698480" cy="457200"/></a:xfrm><a:prstGeom prst="rect"><a:avLst/></a:prstGeom><a:noFill/></p:spPr><p:txBody><a:bodyPr wrap="none"><a:spAutoFit/></a:bodyPr><a:lstStyle/><a:p><a:pPr><a:defRPr sz="1300"><a:solidFill><a:srgbClr val="CBD5E1"/></a:solidFill><a:latin typeface="Arial"/></a:defRPr></a:pPr><a:r><a:rPr noProof="1" lang="zxx"/ noProof="1" lang="zxx"><a:t>Goal: Calculate total shopping bill.</a:t></a:r></a:p></p:txBody></p:sp><p:sp><p:nvSpPr><p:cNvPr id="6" name="Rounded Rectangle 5"/><p:cNvSpPr/><p:nvPr/></p:nvSpPr><p:spPr><a:xfrm><a:off x="731520" y="2011680"/><a:ext cx="5029200" cy="4297680"/></a:xfrm><a:prstGeom prst="roundRect"><a:avLst/></a:prstGeom><a:solidFill><a:srgbClr val="1E293B"/></a:solidFill><a:ln><a:solidFill><a:srgbClr val="334155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TextBox 6"/><p:cNvSpPr txBox="1"/><p:nvPr/></p:nvSpPr><p:spPr><a:xfrm><a:off x="914400" y="2103120"/><a:ext cx="4663440" cy="4023360"/></a:xfrm><a:prstGeom prst="rect"><a:avLst/></a:prstGeom><a:noFill/></p:spPr><p:txBody><a:bodyPr wrap="square"><a:spAutoFit/></a:bodyPr><a:lstStyle/><a:p><a:pPr><a:spcAft><a:spcPts val="1000"/></a:spcAft><a:defRPr sz="1300"><a:solidFill><a:srgbClr val="F8FAFC"/></a:solidFill><a:latin typeface="Arial"/></a:defRPr></a:pPr><a:r><a:rPr noProof="1" lang="zxx"/ noProof="1" lang="zxx"><a:t>✦ Input Data: [100, 250, 50, 200]</a:t></a:r></a:p><a:p><a:pPr><a:spcAft><a:spcPts val="1000"/></a:spcAft><a:defRPr sz="1300"><a:solidFill><a:srgbClr val="F8FAFC"/></a:solidFill><a:latin typeface="Arial"/></a:defRPr></a:pPr><a:r><a:rPr noProof="1" lang="zxx"/ noProof="1" lang="zxx"><a:t>✦ ❌ for Loop: Modifies an external 'let total = 0' variable.</a:t></a:r></a:p><a:p><a:pPr><a:spcAft><a:spcPts val="1000"/></a:spcAft><a:defRPr sz="1300"><a:solidFill><a:srgbClr val="F8FAFC"/></a:solidFill><a:latin typeface="Arial"/></a:defRPr></a:pPr><a:r><a:rPr noProof="1" lang="zxx"/ noProof="1" lang="zxx"><a:t>✦ ✅ reduce(): Encapsulates the sum inside an accumulator.</a:t></a:r></a:p><a:p><a:pPr><a:spcAft><a:spcPts val="1000"/></a:spcAft><a:defRPr sz="1300"><a:solidFill><a:srgbClr val="F8FAFC"/></a:solidFill><a:latin typeface="Arial"/></a:defRPr></a:pPr><a:r><a:rPr noProof="1" lang="zxx"/ noProof="1" lang="zxx"><a:t>✦ 🛡️ ORIGINAL STAYS SAME: Original 'prices' array is completely unchanged!</a:t></a:r></a:p></p:txBody></p:sp><p:sp><p:nvSpPr><p:cNvPr id="8" name="Rounded Rectangle 7"/><p:cNvSpPr/><p:nvPr/></p:nvSpPr><p:spPr><a:xfrm><a:off x="6035040" y="2011680"/><a:ext cx="5394960" cy="4297680"/></a:xfrm><a:prstGeom prst="roundRect"><a:avLst/></a:prstGeom><a:solidFill><a:srgbClr val="0A0F1D"/></a:solidFill><a:ln><a:solidFill><a:srgbClr val="818CF8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9" name="TextBox 8"/><p:cNvSpPr txBox="1"/><p:nvPr/></p:nvSpPr><p:spPr><a:xfrm><a:off x="6217920" y="2103120"/><a:ext cx="5029200" cy="365760"/></a:xfrm><a:prstGeom prst="rect"><a:avLst/></a:prstGeom><a:noFill/></p:spPr><p:txBody><a:bodyPr wrap="none"><a:spAutoFit/></a:bodyPr><a:lstStyle/><a:p><a:pPr><a:defRPr sz="1200" b="1"><a:solidFill><a:srgbClr val="FBBF24"/></a:solidFill><a:latin typeface="Arial"/></a:defRPr></a:pPr><a:r><a:rPr noProof="1" lang="zxx"/ noProof="1" lang="zxx"><a:t>💻 reduce_comparison.js</a:t></a:r></a:p></p:txBody></p:sp><p:sp><p:nvSpPr><p:cNvPr id="10" name="TextBox 9"/><p:cNvSpPr txBox="1"/><p:nvPr/></p:nvSpPr><p:spPr><a:xfrm><a:off x="6217920" y="2514600"/><a:ext cx="5029200" cy="3657600"/></a:xfrm><a:prstGeom prst="rect"><a:avLst/></a:prstGeom><a:noFill/></p:spPr><p:txBody><a:bodyPr wrap="square"><a:spAutoFit/></a:bodyPr><a:lstStyle/><a:p><a:pPr><a:defRPr sz="1080"><a:solidFill><a:srgbClr val="38BDF8"/></a:solidFill><a:latin typeface="Courier New"/></a:defRPr></a:pPr><a:r><a:rPr noProof="1" lang="zxx"/ noProof="1" lang="zxx"><a:t>let prices = [100, 250, 50, 200];</a:t></a:r></a:p><a:p><a:pPr><a:defRPr sz="1080"><a:solidFill><a:srgbClr val="38BDF8"/></a:solidFill><a:latin typeface="Courier New"/></a:defRPr></a:pPr></a:p><a:p><a:pPr><a:defRPr sz="1080"><a:solidFill><a:srgbClr val="38BDF8"/></a:solidFill><a:latin typeface="Courier New"/></a:defRPr></a:pPr><a:r><a:rPr noProof="1" lang="zxx"/ noProof="1" lang="zxx"><a:t>// ❌ OLD WAY (for loop):</a:t></a:r></a:p><a:p><a:pPr><a:defRPr sz="1080"><a:solidFill><a:srgbClr val="38BDF8"/></a:solidFill><a:latin typeface="Courier New"/></a:defRPr></a:pPr><a:r><a:rPr noProof="1" lang="zxx"/ noProof="1" lang="zxx"><a:t>let total1 = 0;</a:t></a:r></a:p><a:p><a:pPr><a:defRPr sz="1080"><a:solidFill><a:srgbClr val="38BDF8"/></a:solidFill><a:latin typeface="Courier New"/></a:defRPr></a:pPr><a:r><a:rPr noProof="1" lang="zxx"/ noProof="1" lang="zxx"><a:t>for (let i = 0; i &lt; prices.length; i++) total1 += prices[i];</a:t></a:r></a:p><a:p><a:pPr><a:defRPr sz="1080"><a:solidFill><a:srgbClr val="38BDF8"/></a:solidFill><a:latin typeface="Courier New"/></a:defRPr></a:pPr><a:r><a:rPr noProof="1" lang="zxx"/ noProof="1" lang="zxx"><a:t>console.log('Total: ₹' + total1); // 👉 Total: ₹600</a:t></a:r></a:p><a:p><a:pPr><a:defRPr sz="1080"><a:solidFill><a:srgbClr val="38BDF8"/></a:solidFill><a:latin typeface="Courier New"/></a:defRPr></a:pPr></a:p><a:p><a:pPr><a:defRPr sz="1080"><a:solidFill><a:srgbClr val="38BDF8"/></a:solidFill><a:latin typeface="Courier New"/></a:defRPr></a:pPr><a:r><a:rPr noProof="1" lang="zxx"/ noProof="1" lang="zxx"><a:t>// ✅ MODERN WAY (reduce):</a:t></a:r></a:p><a:p><a:pPr><a:defRPr sz="1080"><a:solidFill><a:srgbClr val="38BDF8"/></a:solidFill><a:latin typeface="Courier New"/></a:defRPr></a:pPr><a:r><a:rPr noProof="1" lang="zxx"/ noProof="1" lang="zxx"><a:t>let total2 = prices.reduce((sum, p) =&gt; sum + p, 0);</a:t></a:r></a:p><a:p><a:pPr><a:defRPr sz="1080"><a:solidFill><a:srgbClr val="38BDF8"/></a:solidFill><a:latin typeface="Courier New"/></a:defRPr></a:pPr><a:r><a:rPr noProof="1" lang="zxx"/ noProof="1" lang="zxx"><a:t>console.log('Total: ₹' + total2); // 👉 Total: ₹600</a:t></a:r></a:p><a:p><a:pPr><a:defRPr sz="1080"><a:solidFill><a:srgbClr val="38BDF8"/></a:solidFill><a:latin typeface="Courier New"/></a:defRPr></a:pPr><a:r><a:rPr noProof="1" lang="zxx"/ noProof="1" lang="zxx"><a:t>console.log(prices); // 👉 [ 100, 250, 50, 200 ] (ORIGINAL UNTOUCHED!)</a:t></a:r></a:p></p:txBody></p:sp></p:spTree></p:cSld><p:clrMapOvr><a:masterClrMapping/></p:clrMapOvr></p:sld>
</file>

<file path=ppt/slides/slide7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Rectangle 1"/><p:cNvSpPr/><p:nvPr/></p:nvSpPr><p:spPr><a:xfrm><a:off x="0" y="0"/><a:ext cx="12191695" cy="6858000"/></a:xfrm><a:prstGeom prst="rect"><a:avLst/></a:prstGeom><a:solidFill><a:srgbClr val="0F172A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731520" y="365760"/><a:ext cx="10698480" cy="365760"/></a:xfrm><a:prstGeom prst="rect"><a:avLst/></a:prstGeom><a:noFill/></p:spPr><p:txBody><a:bodyPr wrap="none"><a:spAutoFit/></a:bodyPr><a:lstStyle/><a:p><a:pPr><a:defRPr sz="1200" b="1"><a:solidFill><a:srgbClr val="818CF8"/></a:solidFill><a:latin typeface="Arial"/></a:defRPr></a:pPr><a:r><a:rPr noProof="1" lang="zxx"/ noProof="1" lang="zxx"><a:t>5 &amp; 6. SOME &amp; EVERY</a:t></a:r></a:p></p:txBody></p:sp><p:sp><p:nvSpPr><p:cNvPr id="4" name="TextBox 3"/><p:cNvSpPr txBox="1"/><p:nvPr/></p:nvSpPr><p:spPr><a:xfrm><a:off x="731520" y="731520"/><a:ext cx="10698480" cy="731520"/></a:xfrm><a:prstGeom prst="rect"><a:avLst/></a:prstGeom><a:noFill/></p:spPr><p:txBody><a:bodyPr wrap="none"><a:spAutoFit/></a:bodyPr><a:lstStyle/><a:p><a:pPr><a:defRPr sz="2500" b="1"><a:solidFill><a:srgbClr val="F8FAFC"/></a:solidFill><a:latin typeface="Arial"/></a:defRPr></a:pPr><a:r><a:rPr noProof="1" lang="zxx"/ noProof="1" lang="zxx"><a:t>some() &amp; every() vs 'for' Loop (Original Stays Same)</a:t></a:r></a:p></p:txBody></p:sp><p:sp><p:nvSpPr><p:cNvPr id="5" name="TextBox 4"/><p:cNvSpPr txBox="1"/><p:nvPr/></p:nvSpPr><p:spPr><a:xfrm><a:off x="731520" y="1371600"/><a:ext cx="10698480" cy="457200"/></a:xfrm><a:prstGeom prst="rect"><a:avLst/></a:prstGeom><a:noFill/></p:spPr><p:txBody><a:bodyPr wrap="none"><a:spAutoFit/></a:bodyPr><a:lstStyle/><a:p><a:pPr><a:defRPr sz="1300"><a:solidFill><a:srgbClr val="CBD5E1"/></a:solidFill><a:latin typeface="Arial"/></a:defRPr></a:pPr><a:r><a:rPr noProof="1" lang="zxx"/ noProof="1" lang="zxx"><a:t>Goal: Quick True / False integrity checks without modifying data.</a:t></a:r></a:p></p:txBody></p:sp><p:sp><p:nvSpPr><p:cNvPr id="6" name="Rounded Rectangle 5"/><p:cNvSpPr/><p:nvPr/></p:nvSpPr><p:spPr><a:xfrm><a:off x="731520" y="2011680"/><a:ext cx="5029200" cy="4297680"/></a:xfrm><a:prstGeom prst="roundRect"><a:avLst/></a:prstGeom><a:solidFill><a:srgbClr val="1E293B"/></a:solidFill><a:ln><a:solidFill><a:srgbClr val="334155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TextBox 6"/><p:cNvSpPr txBox="1"/><p:nvPr/></p:nvSpPr><p:spPr><a:xfrm><a:off x="914400" y="2103120"/><a:ext cx="4663440" cy="4023360"/></a:xfrm><a:prstGeom prst="rect"><a:avLst/></a:prstGeom><a:noFill/></p:spPr><p:txBody><a:bodyPr wrap="square"><a:spAutoFit/></a:bodyPr><a:lstStyle/><a:p><a:pPr><a:spcAft><a:spcPts val="1000"/></a:spcAft><a:defRPr sz="1300"><a:solidFill><a:srgbClr val="F8FAFC"/></a:solidFill><a:latin typeface="Arial"/></a:defRPr></a:pPr><a:r><a:rPr noProof="1" lang="zxx"/ noProof="1" lang="zxx"><a:t>✦ Input Data: [80, 90, 40, 95]</a:t></a:r></a:p><a:p><a:pPr><a:spcAft><a:spcPts val="1000"/></a:spcAft><a:defRPr sz="1300"><a:solidFill><a:srgbClr val="F8FAFC"/></a:solidFill><a:latin typeface="Arial"/></a:defRPr></a:pPr><a:r><a:rPr noProof="1" lang="zxx"/ noProof="1" lang="zxx"><a:t>✦ .some(): 'Did anyone fail (&lt;35)?' ➔ false</a:t></a:r></a:p><a:p><a:pPr><a:spcAft><a:spcPts val="1000"/></a:spcAft><a:defRPr sz="1300"><a:solidFill><a:srgbClr val="F8FAFC"/></a:solidFill><a:latin typeface="Arial"/></a:defRPr></a:pPr><a:r><a:rPr noProof="1" lang="zxx"/ noProof="1" lang="zxx"><a:t>✦ .every(): 'Did all pass (&gt;=35)?' ➔ true</a:t></a:r></a:p><a:p><a:pPr><a:spcAft><a:spcPts val="1000"/></a:spcAft><a:defRPr sz="1300"><a:solidFill><a:srgbClr val="F8FAFC"/></a:solidFill><a:latin typeface="Arial"/></a:defRPr></a:pPr><a:r><a:rPr noProof="1" lang="zxx"/ noProof="1" lang="zxx"><a:t>✦ 🛡️ ORIGINAL STAYS SAME: Returns a simple boolean; original marks array stays 100% unchanged!</a:t></a:r></a:p></p:txBody></p:sp><p:sp><p:nvSpPr><p:cNvPr id="8" name="Rounded Rectangle 7"/><p:cNvSpPr/><p:nvPr/></p:nvSpPr><p:spPr><a:xfrm><a:off x="6035040" y="2011680"/><a:ext cx="5394960" cy="4297680"/></a:xfrm><a:prstGeom prst="roundRect"><a:avLst/></a:prstGeom><a:solidFill><a:srgbClr val="0A0F1D"/></a:solidFill><a:ln><a:solidFill><a:srgbClr val="818CF8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9" name="TextBox 8"/><p:cNvSpPr txBox="1"/><p:nvPr/></p:nvSpPr><p:spPr><a:xfrm><a:off x="6217920" y="2103120"/><a:ext cx="5029200" cy="365760"/></a:xfrm><a:prstGeom prst="rect"><a:avLst/></a:prstGeom><a:noFill/></p:spPr><p:txBody><a:bodyPr wrap="none"><a:spAutoFit/></a:bodyPr><a:lstStyle/><a:p><a:pPr><a:defRPr sz="1200" b="1"><a:solidFill><a:srgbClr val="FBBF24"/></a:solidFill><a:latin typeface="Arial"/></a:defRPr></a:pPr><a:r><a:rPr noProof="1" lang="zxx"/ noProof="1" lang="zxx"><a:t>💻 some_every_comparison.js</a:t></a:r></a:p></p:txBody></p:sp><p:sp><p:nvSpPr><p:cNvPr id="10" name="TextBox 9"/><p:cNvSpPr txBox="1"/><p:nvPr/></p:nvSpPr><p:spPr><a:xfrm><a:off x="6217920" y="2514600"/><a:ext cx="5029200" cy="3657600"/></a:xfrm><a:prstGeom prst="rect"><a:avLst/></a:prstGeom><a:noFill/></p:spPr><p:txBody><a:bodyPr wrap="square"><a:spAutoFit/></a:bodyPr><a:lstStyle/><a:p><a:pPr><a:defRPr sz="1080"><a:solidFill><a:srgbClr val="38BDF8"/></a:solidFill><a:latin typeface="Courier New"/></a:defRPr></a:pPr><a:r><a:rPr noProof="1" lang="zxx"/ noProof="1" lang="zxx"><a:t>let marks = [80, 90, 40, 95];</a:t></a:r></a:p><a:p><a:pPr><a:defRPr sz="1080"><a:solidFill><a:srgbClr val="38BDF8"/></a:solidFill><a:latin typeface="Courier New"/></a:defRPr></a:pPr></a:p><a:p><a:pPr><a:defRPr sz="1080"><a:solidFill><a:srgbClr val="38BDF8"/></a:solidFill><a:latin typeface="Courier New"/></a:defRPr></a:pPr><a:r><a:rPr noProof="1" lang="zxx"/ noProof="1" lang="zxx"><a:t>// ✅ Check with some() &amp; every():</a:t></a:r></a:p><a:p><a:pPr><a:defRPr sz="1080"><a:solidFill><a:srgbClr val="38BDF8"/></a:solidFill><a:latin typeface="Courier New"/></a:defRPr></a:pPr><a:r><a:rPr noProof="1" lang="zxx"/ noProof="1" lang="zxx"><a:t>let anyFail = marks.some(m =&gt; m &lt; 35);   // 👉 false</a:t></a:r></a:p><a:p><a:pPr><a:defRPr sz="1080"><a:solidFill><a:srgbClr val="38BDF8"/></a:solidFill><a:latin typeface="Courier New"/></a:defRPr></a:pPr><a:r><a:rPr noProof="1" lang="zxx"/ noProof="1" lang="zxx"><a:t>let allPass = marks.every(m =&gt; m &gt;= 35); // 👉 true</a:t></a:r></a:p><a:p><a:pPr><a:defRPr sz="1080"><a:solidFill><a:srgbClr val="38BDF8"/></a:solidFill><a:latin typeface="Courier New"/></a:defRPr></a:pPr></a:p><a:p><a:pPr><a:defRPr sz="1080"><a:solidFill><a:srgbClr val="38BDF8"/></a:solidFill><a:latin typeface="Courier New"/></a:defRPr></a:pPr><a:r><a:rPr noProof="1" lang="zxx"/ noProof="1" lang="zxx"><a:t>console.log('Any Failed?:', anyFail);</a:t></a:r></a:p><a:p><a:pPr><a:defRPr sz="1080"><a:solidFill><a:srgbClr val="38BDF8"/></a:solidFill><a:latin typeface="Courier New"/></a:defRPr></a:pPr><a:r><a:rPr noProof="1" lang="zxx"/ noProof="1" lang="zxx"><a:t>console.log('All Passed?:', allPass);</a:t></a:r></a:p><a:p><a:pPr><a:defRPr sz="1080"><a:solidFill><a:srgbClr val="38BDF8"/></a:solidFill><a:latin typeface="Courier New"/></a:defRPr></a:pPr><a:r><a:rPr noProof="1" lang="zxx"/ noProof="1" lang="zxx"><a:t>console.log('Original marks:', marks); </a:t></a:r></a:p><a:p><a:pPr><a:defRPr sz="1080"><a:solidFill><a:srgbClr val="38BDF8"/></a:solidFill><a:latin typeface="Courier New"/></a:defRPr></a:pPr><a:r><a:rPr noProof="1" lang="zxx"/ noProof="1" lang="zxx"><a:t>// 👉 [ 80, 90, 40, 95 ] (ORIGINAL UNTOUCHED!)</a:t></a:r></a:p></p:txBody></p:sp></p:spTree></p:cSld><p:clrMapOvr><a:masterClrMapping/></p:clrMapOvr></p:sld>
</file>

<file path=ppt/slides/slide8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Rectangle 1"/><p:cNvSpPr/><p:nvPr/></p:nvSpPr><p:spPr><a:xfrm><a:off x="0" y="0"/><a:ext cx="12191695" cy="6858000"/></a:xfrm><a:prstGeom prst="rect"><a:avLst/></a:prstGeom><a:solidFill><a:srgbClr val="0F172A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731520" y="365760"/><a:ext cx="10698480" cy="365760"/></a:xfrm><a:prstGeom prst="rect"><a:avLst/></a:prstGeom><a:noFill/></p:spPr><p:txBody><a:bodyPr wrap="none"><a:spAutoFit/></a:bodyPr><a:lstStyle/><a:p><a:pPr><a:defRPr sz="1200" b="1"><a:solidFill><a:srgbClr val="818CF8"/></a:solidFill><a:latin typeface="Arial"/></a:defRPr></a:pPr><a:r><a:rPr noProof="1" lang="zxx"/ noProof="1" lang="zxx"><a:t>7. METHOD CHAINING</a:t></a:r></a:p></p:txBody></p:sp><p:sp><p:nvSpPr><p:cNvPr id="4" name="TextBox 3"/><p:cNvSpPr txBox="1"/><p:nvPr/></p:nvSpPr><p:spPr><a:xfrm><a:off x="731520" y="731520"/><a:ext cx="10698480" cy="731520"/></a:xfrm><a:prstGeom prst="rect"><a:avLst/></a:prstGeom><a:noFill/></p:spPr><p:txBody><a:bodyPr wrap="none"><a:spAutoFit/></a:bodyPr><a:lstStyle/><a:p><a:pPr><a:defRPr sz="2500" b="1"><a:solidFill><a:srgbClr val="F8FAFC"/></a:solidFill><a:latin typeface="Arial"/></a:defRPr></a:pPr><a:r><a:rPr noProof="1" lang="zxx"/ noProof="1" lang="zxx"><a:t>Method Chaining Pipeline (Original Stays Same)</a:t></a:r></a:p></p:txBody></p:sp><p:sp><p:nvSpPr><p:cNvPr id="5" name="TextBox 4"/><p:cNvSpPr txBox="1"/><p:nvPr/></p:nvSpPr><p:spPr><a:xfrm><a:off x="731520" y="1371600"/><a:ext cx="10698480" cy="457200"/></a:xfrm><a:prstGeom prst="rect"><a:avLst/></a:prstGeom><a:noFill/></p:spPr><p:txBody><a:bodyPr wrap="none"><a:spAutoFit/></a:bodyPr><a:lstStyle/><a:p><a:pPr><a:defRPr sz="1300"><a:solidFill><a:srgbClr val="CBD5E1"/></a:solidFill><a:latin typeface="Arial"/></a:defRPr></a:pPr><a:r><a:rPr noProof="1" lang="zxx"/ noProof="1" lang="zxx"><a:t>Filter Groceries ➔ Add 5% Tax ➔ Calculate Total Bill.</a:t></a:r></a:p></p:txBody></p:sp><p:sp><p:nvSpPr><p:cNvPr id="6" name="Rounded Rectangle 5"/><p:cNvSpPr/><p:nvPr/></p:nvSpPr><p:spPr><a:xfrm><a:off x="731520" y="2011680"/><a:ext cx="5029200" cy="4297680"/></a:xfrm><a:prstGeom prst="roundRect"><a:avLst/></a:prstGeom><a:solidFill><a:srgbClr val="1E293B"/></a:solidFill><a:ln><a:solidFill><a:srgbClr val="334155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TextBox 6"/><p:cNvSpPr txBox="1"/><p:nvPr/></p:nvSpPr><p:spPr><a:xfrm><a:off x="914400" y="2103120"/><a:ext cx="4663440" cy="4023360"/></a:xfrm><a:prstGeom prst="rect"><a:avLst/></a:prstGeom><a:noFill/></p:spPr><p:txBody><a:bodyPr wrap="square"><a:spAutoFit/></a:bodyPr><a:lstStyle/><a:p><a:pPr><a:spcAft><a:spcPts val="1000"/></a:spcAft><a:defRPr sz="1300"><a:solidFill><a:srgbClr val="F8FAFC"/></a:solidFill><a:latin typeface="Arial"/></a:defRPr></a:pPr><a:r><a:rPr noProof="1" lang="zxx"/ noProof="1" lang="zxx"><a:t>✦ Input Data: 3 items (Rice ₹100, Shirt ₹500, Dal ₹200)</a:t></a:r></a:p><a:p><a:pPr><a:spcAft><a:spcPts val="1000"/></a:spcAft><a:defRPr sz="1300"><a:solidFill><a:srgbClr val="F8FAFC"/></a:solidFill><a:latin typeface="Arial"/></a:defRPr></a:pPr><a:r><a:rPr noProof="1" lang="zxx"/ noProof="1" lang="zxx"><a:t>✦ 3 Stages: Filter ➔ Map ➔ Reduce</a:t></a:r></a:p><a:p><a:pPr><a:spcAft><a:spcPts val="1000"/></a:spcAft><a:defRPr sz="1300"><a:solidFill><a:srgbClr val="F8FAFC"/></a:solidFill><a:latin typeface="Arial"/></a:defRPr></a:pPr><a:r><a:rPr noProof="1" lang="zxx"/ noProof="1" lang="zxx"><a:t>✦ Output: Total: ₹315</a:t></a:r></a:p><a:p><a:pPr><a:spcAft><a:spcPts val="1000"/></a:spcAft><a:defRPr sz="1300"><a:solidFill><a:srgbClr val="F8FAFC"/></a:solidFill><a:latin typeface="Arial"/></a:defRPr></a:pPr><a:r><a:rPr noProof="1" lang="zxx"/ noProof="1" lang="zxx"><a:t>✦ 🛡️ ORIGINAL STAYS SAME: Original 'items' list still has all 3 items with original prices!</a:t></a:r></a:p></p:txBody></p:sp><p:sp><p:nvSpPr><p:cNvPr id="8" name="Rounded Rectangle 7"/><p:cNvSpPr/><p:nvPr/></p:nvSpPr><p:spPr><a:xfrm><a:off x="6035040" y="2011680"/><a:ext cx="5394960" cy="4297680"/></a:xfrm><a:prstGeom prst="roundRect"><a:avLst/></a:prstGeom><a:solidFill><a:srgbClr val="0A0F1D"/></a:solidFill><a:ln><a:solidFill><a:srgbClr val="818CF8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9" name="TextBox 8"/><p:cNvSpPr txBox="1"/><p:nvPr/></p:nvSpPr><p:spPr><a:xfrm><a:off x="6217920" y="2103120"/><a:ext cx="5029200" cy="365760"/></a:xfrm><a:prstGeom prst="rect"><a:avLst/></a:prstGeom><a:noFill/></p:spPr><p:txBody><a:bodyPr wrap="none"><a:spAutoFit/></a:bodyPr><a:lstStyle/><a:p><a:pPr><a:defRPr sz="1200" b="1"><a:solidFill><a:srgbClr val="FBBF24"/></a:solidFill><a:latin typeface="Arial"/></a:defRPr></a:pPr><a:r><a:rPr noProof="1" lang="zxx"/ noProof="1" lang="zxx"><a:t>💻 chaining_comparison.js</a:t></a:r></a:p></p:txBody></p:sp><p:sp><p:nvSpPr><p:cNvPr id="10" name="TextBox 9"/><p:cNvSpPr txBox="1"/><p:nvPr/></p:nvSpPr><p:spPr><a:xfrm><a:off x="6217920" y="2514600"/><a:ext cx="5029200" cy="3657600"/></a:xfrm><a:prstGeom prst="rect"><a:avLst/></a:prstGeom><a:noFill/></p:spPr><p:txBody><a:bodyPr wrap="square"><a:spAutoFit/></a:bodyPr><a:lstStyle/><a:p><a:pPr><a:defRPr sz="1080"><a:solidFill><a:srgbClr val="38BDF8"/></a:solidFill><a:latin typeface="Courier New"/></a:defRPr></a:pPr><a:r><a:rPr noProof="1" lang="zxx"/ noProof="1" lang="zxx"><a:t>let items = [</a:t></a:r></a:p><a:p><a:pPr><a:defRPr sz="1080"><a:solidFill><a:srgbClr val="38BDF8"/></a:solidFill><a:latin typeface="Courier New"/></a:defRPr></a:pPr><a:r><a:rPr noProof="1" lang="zxx"/ noProof="1" lang="zxx"><a:t>  { name: 'Rice', type: 'grocery', price: 100 },</a:t></a:r></a:p><a:p><a:pPr><a:defRPr sz="1080"><a:solidFill><a:srgbClr val="38BDF8"/></a:solidFill><a:latin typeface="Courier New"/></a:defRPr></a:pPr><a:r><a:rPr noProof="1" lang="zxx"/ noProof="1" lang="zxx"><a:t>  { name: 'Shirt', type: 'cloth',  price: 500 },</a:t></a:r></a:p><a:p><a:pPr><a:defRPr sz="1080"><a:solidFill><a:srgbClr val="38BDF8"/></a:solidFill><a:latin typeface="Courier New"/></a:defRPr></a:pPr><a:r><a:rPr noProof="1" lang="zxx"/ noProof="1" lang="zxx"><a:t>  { name: 'Dal',  type: 'grocery', price: 200 }</a:t></a:r></a:p><a:p><a:pPr><a:defRPr sz="1080"><a:solidFill><a:srgbClr val="38BDF8"/></a:solidFill><a:latin typeface="Courier New"/></a:defRPr></a:pPr><a:r><a:rPr noProof="1" lang="zxx"/ noProof="1" lang="zxx"><a:t>];</a:t></a:r></a:p><a:p><a:pPr><a:defRPr sz="1080"><a:solidFill><a:srgbClr val="38BDF8"/></a:solidFill><a:latin typeface="Courier New"/></a:defRPr></a:pPr></a:p><a:p><a:pPr><a:defRPr sz="1080"><a:solidFill><a:srgbClr val="38BDF8"/></a:solidFill><a:latin typeface="Courier New"/></a:defRPr></a:pPr><a:r><a:rPr noProof="1" lang="zxx"/ noProof="1" lang="zxx"><a:t>let total = items</a:t></a:r></a:p><a:p><a:pPr><a:defRPr sz="1080"><a:solidFill><a:srgbClr val="38BDF8"/></a:solidFill><a:latin typeface="Courier New"/></a:defRPr></a:pPr><a:r><a:rPr noProof="1" lang="zxx"/ noProof="1" lang="zxx"><a:t>  .filter(i =&gt; i.type === 'grocery')</a:t></a:r></a:p><a:p><a:pPr><a:defRPr sz="1080"><a:solidFill><a:srgbClr val="38BDF8"/></a:solidFill><a:latin typeface="Courier New"/></a:defRPr></a:pPr><a:r><a:rPr noProof="1" lang="zxx"/ noProof="1" lang="zxx"><a:t>  .map(i =&gt; i.price * 1.05)</a:t></a:r></a:p><a:p><a:pPr><a:defRPr sz="1080"><a:solidFill><a:srgbClr val="38BDF8"/></a:solidFill><a:latin typeface="Courier New"/></a:defRPr></a:pPr><a:r><a:rPr noProof="1" lang="zxx"/ noProof="1" lang="zxx"><a:t>  .reduce((sum, p) =&gt; sum + p, 0);</a:t></a:r></a:p><a:p><a:pPr><a:defRPr sz="1080"><a:solidFill><a:srgbClr val="38BDF8"/></a:solidFill><a:latin typeface="Courier New"/></a:defRPr></a:pPr></a:p><a:p><a:pPr><a:defRPr sz="1080"><a:solidFill><a:srgbClr val="38BDF8"/></a:solidFill><a:latin typeface="Courier New"/></a:defRPr></a:pPr><a:r><a:rPr noProof="1" lang="zxx"/ noProof="1" lang="zxx"><a:t>console.log('Total Grocery Bill: ₹' + total); // 👉 ₹315</a:t></a:r></a:p><a:p><a:pPr><a:defRPr sz="1080"><a:solidFill><a:srgbClr val="38BDF8"/></a:solidFill><a:latin typeface="Courier New"/></a:defRPr></a:pPr><a:r><a:rPr noProof="1" lang="zxx"/ noProof="1" lang="zxx"><a:t>console.log('Items Count:', items.length);    // 👉 3 (ORIGINAL UNTOUCHED!)</a:t></a:r></a:p></p:txBody></p:sp></p:spTree></p:cSld><p:clrMapOvr><a:masterClrMapping/></p:clrMapOvr></p:sld>
</file>

<file path=ppt/slides/slide9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Rectangle 1"/><p:cNvSpPr/><p:nvPr/></p:nvSpPr><p:spPr><a:xfrm><a:off x="0" y="0"/><a:ext cx="12191695" cy="6858000"/></a:xfrm><a:prstGeom prst="rect"><a:avLst/></a:prstGeom><a:solidFill><a:srgbClr val="0F172A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731520" y="365760"/><a:ext cx="10698480" cy="365760"/></a:xfrm><a:prstGeom prst="rect"><a:avLst/></a:prstGeom><a:noFill/></p:spPr><p:txBody><a:bodyPr wrap="none"><a:spAutoFit/></a:bodyPr><a:lstStyle/><a:p><a:pPr><a:defRPr sz="1200" b="1"><a:solidFill><a:srgbClr val="818CF8"/></a:solidFill><a:latin typeface="Arial"/></a:defRPr></a:pPr><a:r><a:rPr noProof="1" lang="zxx"/ noProof="1" lang="zxx"><a:t>CRUCIAL CHEAT SHEET</a:t></a:r></a:p></p:txBody></p:sp><p:sp><p:nvSpPr><p:cNvPr id="4" name="TextBox 3"/><p:cNvSpPr txBox="1"/><p:nvPr/></p:nvSpPr><p:spPr><a:xfrm><a:off x="731520" y="731520"/><a:ext cx="10698480" cy="731520"/></a:xfrm><a:prstGeom prst="rect"><a:avLst/></a:prstGeom><a:noFill/></p:spPr><p:txBody><a:bodyPr wrap="none"><a:spAutoFit/></a:bodyPr><a:lstStyle/><a:p><a:pPr><a:defRPr sz="2500" b="1"><a:solidFill><a:srgbClr val="F8FAFC"/></a:solidFill><a:latin typeface="Arial"/></a:defRPr></a:pPr><a:r><a:rPr noProof="1" lang="zxx"/ noProof="1" lang="zxx"><a:t>Which Methods Keep Original Array Same?</a:t></a:r></a:p></p:txBody></p:sp><p:sp><p:nvSpPr><p:cNvPr id="5" name="TextBox 4"/><p:cNvSpPr txBox="1"/><p:nvPr/></p:nvSpPr><p:spPr><a:xfrm><a:off x="731520" y="1371600"/><a:ext cx="10698480" cy="457200"/></a:xfrm><a:prstGeom prst="rect"><a:avLst/></a:prstGeom><a:noFill/></p:spPr><p:txBody><a:bodyPr wrap="none"><a:spAutoFit/></a:bodyPr><a:lstStyle/><a:p><a:pPr><a:defRPr sz="1300"><a:solidFill><a:srgbClr val="CBD5E1"/></a:solidFill><a:latin typeface="Arial"/></a:defRPr></a:pPr><a:r><a:rPr noProof="1" lang="zxx"/ noProof="1" lang="zxx"><a:t>Remember this critical table for interviews and exams:</a:t></a:r></a:p></p:txBody></p:sp><p:sp><p:nvSpPr><p:cNvPr id="6" name="Rounded Rectangle 5"/><p:cNvSpPr/><p:nvPr/></p:nvSpPr><p:spPr><a:xfrm><a:off x="731520" y="2011680"/><a:ext cx="5029200" cy="4297680"/></a:xfrm><a:prstGeom prst="roundRect"><a:avLst/></a:prstGeom><a:solidFill><a:srgbClr val="1E293B"/></a:solidFill><a:ln><a:solidFill><a:srgbClr val="334155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TextBox 6"/><p:cNvSpPr txBox="1"/><p:nvPr/></p:nvSpPr><p:spPr><a:xfrm><a:off x="914400" y="2103120"/><a:ext cx="4663440" cy="4023360"/></a:xfrm><a:prstGeom prst="rect"><a:avLst/></a:prstGeom><a:noFill/></p:spPr><p:txBody><a:bodyPr wrap="square"><a:spAutoFit/></a:bodyPr><a:lstStyle/><a:p><a:pPr><a:spcAft><a:spcPts val="1000"/></a:spcAft><a:defRPr sz="1300"><a:solidFill><a:srgbClr val="F8FAFC"/></a:solidFill><a:latin typeface="Arial"/></a:defRPr></a:pPr><a:r><a:rPr noProof="1" lang="zxx"/ noProof="1" lang="zxx"><a:t>✦ ✅ SAFE (Original Stays Same): map, filter, reduce, find, some, every, slice, toSorted</a:t></a:r></a:p><a:p><a:pPr><a:spcAft><a:spcPts val="1000"/></a:spcAft><a:defRPr sz="1300"><a:solidFill><a:srgbClr val="F8FAFC"/></a:solidFill><a:latin typeface="Arial"/></a:defRPr></a:pPr><a:r><a:rPr noProof="1" lang="zxx"/ noProof="1" lang="zxx"><a:t>✦ ⚠️ MUTATES (Original is Changed): sort, push, pop, shift, unshift, splice</a:t></a:r></a:p><a:p><a:pPr><a:spcAft><a:spcPts val="1000"/></a:spcAft><a:defRPr sz="1300"><a:solidFill><a:srgbClr val="F8FAFC"/></a:solidFill><a:latin typeface="Arial"/></a:defRPr></a:pPr><a:r><a:rPr noProof="1" lang="zxx"/ noProof="1" lang="zxx"><a:t>✦ Pro-Tip: Always use non-mutating methods for modern web apps!</a:t></a:r></a:p></p:txBody></p:sp><p:sp><p:nvSpPr><p:cNvPr id="8" name="Rounded Rectangle 7"/><p:cNvSpPr/><p:nvPr/></p:nvSpPr><p:spPr><a:xfrm><a:off x="6035040" y="2011680"/><a:ext cx="5394960" cy="4297680"/></a:xfrm><a:prstGeom prst="roundRect"><a:avLst/></a:prstGeom><a:solidFill><a:srgbClr val="0A0F1D"/></a:solidFill><a:ln><a:solidFill><a:srgbClr val="818CF8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9" name="TextBox 8"/><p:cNvSpPr txBox="1"/><p:nvPr/></p:nvSpPr><p:spPr><a:xfrm><a:off x="6217920" y="2103120"/><a:ext cx="5029200" cy="365760"/></a:xfrm><a:prstGeom prst="rect"><a:avLst/></a:prstGeom><a:noFill/></p:spPr><p:txBody><a:bodyPr wrap="none"><a:spAutoFit/></a:bodyPr><a:lstStyle/><a:p><a:pPr><a:defRPr sz="1200" b="1"><a:solidFill><a:srgbClr val="FBBF24"/></a:solidFill><a:latin typeface="Arial"/></a:defRPr></a:pPr><a:r><a:rPr noProof="1" lang="zxx"/ noProof="1" lang="zxx"><a:t>💻 Immutability Reference Table</a:t></a:r></a:p></p:txBody></p:sp><p:sp><p:nvSpPr><p:cNvPr id="10" name="TextBox 9"/><p:cNvSpPr txBox="1"/><p:nvPr/></p:nvSpPr><p:spPr><a:xfrm><a:off x="6217920" y="2514600"/><a:ext cx="5029200" cy="3657600"/></a:xfrm><a:prstGeom prst="rect"><a:avLst/></a:prstGeom><a:noFill/></p:spPr><p:txBody><a:bodyPr wrap="square"><a:spAutoFit/></a:bodyPr><a:lstStyle/><a:p><a:pPr><a:defRPr sz="1080"><a:solidFill><a:srgbClr val="38BDF8"/></a:solidFill><a:latin typeface="Courier New"/></a:defRPr></a:pPr><a:r><a:rPr noProof="1" lang="zxx"/ noProof="1" lang="zxx"><a:t>Method    | Original Stays Same? | Returns</a:t></a:r></a:p><a:p><a:pPr><a:defRPr sz="1080"><a:solidFill><a:srgbClr val="38BDF8"/></a:solidFill><a:latin typeface="Courier New"/></a:defRPr></a:pPr><a:r><a:rPr noProof="1" lang="zxx"/ noProof="1" lang="zxx"><a:t>--------- | -------------------- | ----------------</a:t></a:r></a:p><a:p><a:pPr><a:defRPr sz="1080"><a:solidFill><a:srgbClr val="38BDF8"/></a:solidFill><a:latin typeface="Courier New"/></a:defRPr></a:pPr><a:r><a:rPr noProof="1" lang="zxx"/ noProof="1" lang="zxx"><a:t>.map()    | ✅ YES (Untouched)   | New Array (Same len)</a:t></a:r></a:p><a:p><a:pPr><a:defRPr sz="1080"><a:solidFill><a:srgbClr val="38BDF8"/></a:solidFill><a:latin typeface="Courier New"/></a:defRPr></a:pPr><a:r><a:rPr noProof="1" lang="zxx"/ noProof="1" lang="zxx"><a:t>.filter() | ✅ YES (Untouched)   | New Array (Subset)</a:t></a:r></a:p><a:p><a:pPr><a:defRPr sz="1080"><a:solidFill><a:srgbClr val="38BDF8"/></a:solidFill><a:latin typeface="Courier New"/></a:defRPr></a:pPr><a:r><a:rPr noProof="1" lang="zxx"/ noProof="1" lang="zxx"><a:t>.reduce() | ✅ YES (Untouched)   | Single Value</a:t></a:r></a:p><a:p><a:pPr><a:defRPr sz="1080"><a:solidFill><a:srgbClr val="38BDF8"/></a:solidFill><a:latin typeface="Courier New"/></a:defRPr></a:pPr><a:r><a:rPr noProof="1" lang="zxx"/ noProof="1" lang="zxx"><a:t>.find()   | ✅ YES (Untouched)   | Single Item</a:t></a:r></a:p><a:p><a:pPr><a:defRPr sz="1080"><a:solidFill><a:srgbClr val="38BDF8"/></a:solidFill><a:latin typeface="Courier New"/></a:defRPr></a:pPr><a:r><a:rPr noProof="1" lang="zxx"/ noProof="1" lang="zxx"><a:t>.some()   | ✅ YES (Untouched)   | true / false</a:t></a:r></a:p><a:p><a:pPr><a:defRPr sz="1080"><a:solidFill><a:srgbClr val="38BDF8"/></a:solidFill><a:latin typeface="Courier New"/></a:defRPr></a:pPr><a:r><a:rPr noProof="1" lang="zxx"/ noProof="1" lang="zxx"><a:t>.every()  | ✅ YES (Untouched)   | true / false</a:t></a:r></a:p><a:p><a:pPr><a:defRPr sz="1080"><a:solidFill><a:srgbClr val="38BDF8"/></a:solidFill><a:latin typeface="Courier New"/></a:defRPr></a:pPr><a:r><a:rPr noProof="1" lang="zxx"/ noProof="1" lang="zxx"><a:t>.sort()   | ⚠️ NO (Mutates!)     | Sorted Original</a:t></a:r></a:p></p:txBody></p:sp></p:spTree></p:cSld><p:clrMapOvr><a:masterClrMapping/></p:clrMapOvr></p:sld>
</file>

<file path=ppt/slides/slide10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Rectangle 1"/><p:cNvSpPr/><p:nvPr/></p:nvSpPr><p:spPr><a:xfrm><a:off x="0" y="0"/><a:ext cx="12191695" cy="6858000"/></a:xfrm><a:prstGeom prst="rect"><a:avLst/></a:prstGeom><a:solidFill><a:srgbClr val="0F172A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731520" y="365760"/><a:ext cx="10698480" cy="365760"/></a:xfrm><a:prstGeom prst="rect"><a:avLst/></a:prstGeom><a:noFill/></p:spPr><p:txBody><a:bodyPr wrap="none"><a:spAutoFit/></a:bodyPr><a:lstStyle/><a:p><a:pPr><a:defRPr sz="1200" b="1"><a:solidFill><a:srgbClr val="818CF8"/></a:solidFill><a:latin typeface="Arial"/></a:defRPr></a:pPr><a:r><a:rPr noProof="1" lang="zxx"/ noProof="1" lang="zxx"><a:t>CONCLUSION</a:t></a:r></a:p></p:txBody></p:sp><p:sp><p:nvSpPr><p:cNvPr id="4" name="TextBox 3"/><p:cNvSpPr txBox="1"/><p:nvPr/></p:nvSpPr><p:spPr><a:xfrm><a:off x="731520" y="731520"/><a:ext cx="10698480" cy="731520"/></a:xfrm><a:prstGeom prst="rect"><a:avLst/></a:prstGeom><a:noFill/></p:spPr><p:txBody><a:bodyPr wrap="none"><a:spAutoFit/></a:bodyPr><a:lstStyle/><a:p><a:pPr><a:defRPr sz="2500" b="1"><a:solidFill><a:srgbClr val="F8FAFC"/></a:solidFill><a:latin typeface="Arial"/></a:defRPr></a:pPr><a:r><a:rPr noProof="1" lang="zxx"/ noProof="1" lang="zxx"><a:t>Thank You &amp; Open Q&amp;A!</a:t></a:r></a:p></p:txBody></p:sp><p:sp><p:nvSpPr><p:cNvPr id="5" name="TextBox 4"/><p:cNvSpPr txBox="1"/><p:nvPr/></p:nvSpPr><p:spPr><a:xfrm><a:off x="731520" y="1371600"/><a:ext cx="10698480" cy="457200"/></a:xfrm><a:prstGeom prst="rect"><a:avLst/></a:prstGeom><a:noFill/></p:spPr><p:txBody><a:bodyPr wrap="none"><a:spAutoFit/></a:bodyPr><a:lstStyle/><a:p><a:pPr><a:defRPr sz="1300"><a:solidFill><a:srgbClr val="CBD5E1"/></a:solidFill><a:latin typeface="Arial"/></a:defRPr></a:pPr><a:r><a:rPr noProof="1" lang="zxx"/ noProof="1" lang="zxx"><a:t>You are now ready to deliver your seminar presentation!</a:t></a:r></a:p></p:txBody></p:sp><p:sp><p:nvSpPr><p:cNvPr id="6" name="Rounded Rectangle 5"/><p:cNvSpPr/><p:nvPr/></p:nvSpPr><p:spPr><a:xfrm><a:off x="731520" y="2011680"/><a:ext cx="5029200" cy="4297680"/></a:xfrm><a:prstGeom prst="roundRect"><a:avLst/></a:prstGeom><a:solidFill><a:srgbClr val="1E293B"/></a:solidFill><a:ln><a:solidFill><a:srgbClr val="334155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TextBox 6"/><p:cNvSpPr txBox="1"/><p:nvPr/></p:nvSpPr><p:spPr><a:xfrm><a:off x="914400" y="2103120"/><a:ext cx="4663440" cy="4023360"/></a:xfrm><a:prstGeom prst="rect"><a:avLst/></a:prstGeom><a:noFill/></p:spPr><p:txBody><a:bodyPr wrap="square"><a:spAutoFit/></a:bodyPr><a:lstStyle/><a:p><a:pPr><a:spcAft><a:spcPts val="1000"/></a:spcAft><a:defRPr sz="1300"><a:solidFill><a:srgbClr val="F8FAFC"/></a:solidFill><a:latin typeface="Arial"/></a:defRPr></a:pPr><a:r><a:rPr noProof="1" lang="zxx"/ noProof="1" lang="zxx"><a:t>✦ Key Takeaways: Shorter code, zero index bugs, and original arrays stay 100% safe!</a:t></a:r></a:p><a:p><a:pPr><a:spcAft><a:spcPts val="1000"/></a:spcAft><a:defRPr sz="1300"><a:solidFill><a:srgbClr val="F8FAFC"/></a:solidFill><a:latin typeface="Arial"/></a:defRPr></a:pPr><a:r><a:rPr noProof="1" lang="zxx"/ noProof="1" lang="zxx"><a:t>✦ All presentation files and live playground are ready in your folder.</a:t></a:r></a:p><a:p><a:pPr><a:spcAft><a:spcPts val="1000"/></a:spcAft><a:defRPr sz="1300"><a:solidFill><a:srgbClr val="F8FAFC"/></a:solidFill><a:latin typeface="Arial"/></a:defRPr></a:pPr><a:r><a:rPr noProof="1" lang="zxx"/ noProof="1" lang="zxx"><a:t>✦ Questions and open discussion.</a:t></a:r></a:p></p:txBody></p:sp><p:sp><p:nvSpPr><p:cNvPr id="8" name="Rounded Rectangle 7"/><p:cNvSpPr/><p:nvPr/></p:nvSpPr><p:spPr><a:xfrm><a:off x="6035040" y="2011680"/><a:ext cx="5394960" cy="4297680"/></a:xfrm><a:prstGeom prst="roundRect"><a:avLst/></a:prstGeom><a:solidFill><a:srgbClr val="0A0F1D"/></a:solidFill><a:ln><a:solidFill><a:srgbClr val="818CF8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9" name="TextBox 8"/><p:cNvSpPr txBox="1"/><p:nvPr/></p:nvSpPr><p:spPr><a:xfrm><a:off x="6217920" y="2103120"/><a:ext cx="5029200" cy="365760"/></a:xfrm><a:prstGeom prst="rect"><a:avLst/></a:prstGeom><a:noFill/></p:spPr><p:txBody><a:bodyPr wrap="none"><a:spAutoFit/></a:bodyPr><a:lstStyle/><a:p><a:pPr><a:defRPr sz="1200" b="1"><a:solidFill><a:srgbClr val="FBBF24"/></a:solidFill><a:latin typeface="Arial"/></a:defRPr></a:pPr><a:r><a:rPr noProof="1" lang="zxx"/ noProof="1" lang="zxx"><a:t>💻 Seminar Files Ready</a:t></a:r></a:p></p:txBody></p:sp><p:sp><p:nvSpPr><p:cNvPr id="10" name="TextBox 9"/><p:cNvSpPr txBox="1"/><p:nvPr/></p:nvSpPr><p:spPr><a:xfrm><a:off x="6217920" y="2514600"/><a:ext cx="5029200" cy="3657600"/></a:xfrm><a:prstGeom prst="rect"><a:avLst/></a:prstGeom><a:noFill/></p:spPr><p:txBody><a:bodyPr wrap="square"><a:spAutoFit/></a:bodyPr><a:lstStyle/><a:p><a:pPr><a:defRPr sz="1080"><a:solidFill><a:srgbClr val="38BDF8"/></a:solidFill><a:latin typeface="Courier New"/></a:defRPr></a:pPr><a:r><a:rPr noProof="1" lang="zxx"/ noProof="1" lang="zxx"><a:t>// All Files in Folder:</a:t></a:r></a:p><a:p><a:pPr><a:defRPr sz="1080"><a:solidFill><a:srgbClr val="38BDF8"/></a:solidFill><a:latin typeface="Courier New"/></a:defRPr></a:pPr><a:r><a:rPr noProof="1" lang="zxx"/ noProof="1" lang="zxx"><a:t>// 1. JS_Array_Methods_No_Red_Lines.pptx (Slide Deck)</a:t></a:r></a:p><a:p><a:pPr><a:defRPr sz="1080"><a:solidFill><a:srgbClr val="38BDF8"/></a:solidFill><a:latin typeface="Courier New"/></a:defRPr></a:pPr><a:r><a:rPr noProof="1" lang="zxx"/ noProof="1" lang="zxx"><a:t>// 2. JS_Array_Methods_Seminar_Notes.md (Speaker Scripts)</a:t></a:r></a:p><a:p><a:pPr><a:defRPr sz="1080"><a:solidFill><a:srgbClr val="38BDF8"/></a:solidFill><a:latin typeface="Courier New"/></a:defRPr></a:pPr><a:r><a:rPr noProof="1" lang="zxx"/ noProof="1" lang="zxx"><a:t>// 3. JS_Array_Methods_Seminar.html (Live Web Playground)</a:t></a:r></a:p></p:txBody></p:sp></p:spTree></p:cSld><p:clrMapOvr><a:masterClrMapping/></p:clrMapOvr>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