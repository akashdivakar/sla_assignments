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Today every example will show both the traditional for-loop, the modern array method, and the exact output produced by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output: Both produce [55, 65, 75], but map() does it in 1 clean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filter drops 30 and 25 automatically because the condition returned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find() stops as soon as it sees Arun. It never visits Divakar, saving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100 + 250 + 50 + 200 accumulates to 600.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What if marks had 25? some() would immediately return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every() is true only when all elements pass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chaining turns 3 separate operations into one smooth conveyor belt.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that modern JavaScript makes our code shorter, cleaner, and less error-prone.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everyone for listening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JavaScript Array Methods vs 'for' Loops (With Outputs)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Complete side-by-side code comparisons with real execution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Every slide features the exact Input Data, Old Code, New Code, and Output.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See why 1-line modern methods produce identical or better results than 6-line loops.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Covers: map, filter, find, reduce, some, every, and method chaining.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Comparison &amp; Output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nums = [1, 2, 3];</a:t>
            </a:r>
            <a:br/>
            <a:br/>
            <a:r>
              <a:t>// ❌ OLD: for loop</a:t>
            </a:r>
            <a:br/>
            <a:r>
              <a:t>let res1 = [];</a:t>
            </a:r>
            <a:br/>
            <a:r>
              <a:t>for (let i = 0; i &lt; nums.length; i++) res1.push(nums[i] * 2);</a:t>
            </a:r>
            <a:br/>
            <a:r>
              <a:t>console.log(res1); // 👉 Output: [2, 4, 6]</a:t>
            </a:r>
            <a:br/>
            <a:br/>
            <a:r>
              <a:t>// ✅ MODERN: map()</a:t>
            </a:r>
            <a:br/>
            <a:r>
              <a:t>let res2 = nums.map(n =&gt; n * 2);</a:t>
            </a:r>
            <a:br/>
            <a:r>
              <a:t>console.log(res2); // 👉 Output: [2, 4, 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map()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Add 5 grace marks to each student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Array of marks [50, 60,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Must initialize empty array and manually push.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map(): Automatically builds and returns the new array in 1 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 is identical: [55, 65, 75]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❌ OLD WAY (for loop):</a:t>
            </a:r>
            <a:br/>
            <a:r>
              <a:t>let res1 = [];</a:t>
            </a:r>
            <a:br/>
            <a:r>
              <a:t>for (let i = 0; i &lt; marks.length; i++) {</a:t>
            </a:r>
            <a:br/>
            <a:r>
              <a:t>    res1.push(marks[i] + 5);</a:t>
            </a:r>
            <a:br/>
            <a:r>
              <a:t>}</a:t>
            </a:r>
            <a:br/>
            <a:r>
              <a:t>console.log(res1);</a:t>
            </a:r>
            <a:br/>
            <a:r>
              <a:t>// 👉 Output: [ 55, 65, 75 ]</a:t>
            </a:r>
            <a:br/>
            <a:br/>
            <a:r>
              <a:t>// ✅ MODERN WAY (map):</a:t>
            </a:r>
            <a:br/>
            <a:r>
              <a:t>let res2 = marks.map(m =&gt; m + 5);</a:t>
            </a:r>
            <a:br/>
            <a:r>
              <a:t>console.log(res2);</a:t>
            </a:r>
            <a:br/>
            <a:r>
              <a:t>// 👉 Output: [ 55, 65, 75 ]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filter()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Array of mixed marks [85, 30, 92, 25,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filter(): Automatically collects passing items into an Array.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[85, 92, 70] (Failing marks 30 &amp; 25 removed)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❌ OLD WAY (for loop):</a:t>
            </a:r>
            <a:br/>
            <a:r>
              <a:t>let pass1 = [];</a:t>
            </a:r>
            <a:br/>
            <a:r>
              <a:t>for (let i = 0; i &lt; marks.length; i++) {</a:t>
            </a:r>
            <a:br/>
            <a:r>
              <a:t>    if (marks[i] &gt;= 35) {</a:t>
            </a:r>
            <a:br/>
            <a:r>
              <a:t>        pass1.push(marks[i]);</a:t>
            </a:r>
            <a:br/>
            <a:r>
              <a:t>    }</a:t>
            </a:r>
            <a:br/>
            <a:r>
              <a:t>}</a:t>
            </a:r>
            <a:br/>
            <a:r>
              <a:t>console.log(pass1);</a:t>
            </a:r>
            <a:br/>
            <a:r>
              <a:t>// 👉 Output: [ 85, 92, 70 ]</a:t>
            </a:r>
            <a:br/>
            <a:br/>
            <a:r>
              <a:t>// ✅ MODERN WAY (filter):</a:t>
            </a:r>
            <a:br/>
            <a:r>
              <a:t>let pass2 = marks.filter(m =&gt; m &gt;= 35);</a:t>
            </a:r>
            <a:br/>
            <a:r>
              <a:t>console.log(pass2);</a:t>
            </a:r>
            <a:br/>
            <a:r>
              <a:t>// 👉 Output: [ 85, 92, 70 ]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find() vs 'for' Loop &amp; filter()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3 user objects (2 Admins, 1 User)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find(): Stops instantly at the 1st match and returns the object.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💡 vs filter(): find() returns { ... }, filter() returns [ ... 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users = [</a:t>
            </a:r>
            <a:br/>
            <a:r>
              <a:t>  { id: 1, role: 'Admin', name: 'Arun' },</a:t>
            </a:r>
            <a:br/>
            <a:r>
              <a:t>  { id: 2, role: 'User',  name: 'Priya' },</a:t>
            </a:r>
            <a:br/>
            <a:r>
              <a:t>  { id: 3, role: 'Admin', name: 'Divakar' }</a:t>
            </a:r>
            <a:br/>
            <a:r>
              <a:t>];</a:t>
            </a:r>
            <a:br/>
            <a:br/>
            <a:r>
              <a:t>// ❌ OLD WAY (for loop + break):</a:t>
            </a:r>
            <a:br/>
            <a:r>
              <a:t>let found1 = null;</a:t>
            </a:r>
            <a:br/>
            <a:r>
              <a:t>for (let i = 0; i &lt; users.length; i++) {</a:t>
            </a:r>
            <a:br/>
            <a:r>
              <a:t>    if (users[i].role === 'Admin') {</a:t>
            </a:r>
            <a:br/>
            <a:r>
              <a:t>        found1 = users[i];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console.log(found1.name); // 👉 Output: "Arun"</a:t>
            </a:r>
            <a:br/>
            <a:br/>
            <a:r>
              <a:t>// ✅ MODERN WAY (find):</a:t>
            </a:r>
            <a:br/>
            <a:r>
              <a:t>let found2 = users.find(u =&gt; u.role === 'Admin');</a:t>
            </a:r>
            <a:br/>
            <a:r>
              <a:t>console.log(found2.name); // 👉 Output: "Arun"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reduce()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Calculate the total bill of all items in cart.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Item prices [100, 250, 50, 200]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Must modify external 'let total = 0' variable.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reduce(): Encapsulates the running sum inside an accumulator.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₹600 (Single combined total)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prices = [100, 250, 50, 200];</a:t>
            </a:r>
            <a:br/>
            <a:br/>
            <a:r>
              <a:t>// ❌ OLD WAY (for loop):</a:t>
            </a:r>
            <a:br/>
            <a:r>
              <a:t>let total1 = 0;</a:t>
            </a:r>
            <a:br/>
            <a:r>
              <a:t>for (let i = 0; i &lt; prices.length; i++) {</a:t>
            </a:r>
            <a:br/>
            <a:r>
              <a:t>    total1 += prices[i];</a:t>
            </a:r>
            <a:br/>
            <a:r>
              <a:t>}</a:t>
            </a:r>
            <a:br/>
            <a:r>
              <a:t>console.log('Total: ₹' + total1);</a:t>
            </a:r>
            <a:br/>
            <a:r>
              <a:t>// 👉 Output: Total: ₹600</a:t>
            </a:r>
            <a:br/>
            <a:br/>
            <a:r>
              <a:t>// ✅ MODERN WAY (reduce):</a:t>
            </a:r>
            <a:br/>
            <a:r>
              <a:t>let total2 = prices.reduce((sum, p) =&gt; sum + p, 0);</a:t>
            </a:r>
            <a:br/>
            <a:r>
              <a:t>console.log('Total: ₹' + total2);</a:t>
            </a:r>
            <a:br/>
            <a:r>
              <a:t>// 👉 Output: Total: ₹600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5. SOME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some()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Check if ANY student failed (&lt;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Marks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flag 'let hasFailed = false' and manual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some(): Returns true / false directly in 1 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false (Because all marks are &gt;= 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some_comparison.js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❌ OLD WAY (for loop):</a:t>
            </a:r>
            <a:br/>
            <a:r>
              <a:t>let anyFail1 = false;</a:t>
            </a:r>
            <a:br/>
            <a:r>
              <a:t>for (let i = 0; i &lt; marks.length; i++) {</a:t>
            </a:r>
            <a:br/>
            <a:r>
              <a:t>    if (marks[i] &lt; 35) {</a:t>
            </a:r>
            <a:br/>
            <a:r>
              <a:t>        anyFail1 = true;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console.log(anyFail1); // 👉 Output: false</a:t>
            </a:r>
            <a:br/>
            <a:br/>
            <a:r>
              <a:t>// ✅ MODERN WAY (some):</a:t>
            </a:r>
            <a:br/>
            <a:r>
              <a:t>let anyFail2 = marks.some(m =&gt; m &lt; 35);</a:t>
            </a:r>
            <a:br/>
            <a:r>
              <a:t>console.log(anyFail2); // 👉 Output: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6. EVERY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every() vs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Check if ALL students passed (&gt;= 35).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Marks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allPassed = true' and check for failures.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every(): Directly checks all elements in 1 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true (Every student scored &gt;= 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❌ OLD WAY (for loop):</a:t>
            </a:r>
            <a:br/>
            <a:r>
              <a:t>let allPassed1 = true;</a:t>
            </a:r>
            <a:br/>
            <a:r>
              <a:t>for (let i = 0; i &lt; marks.length; i++) {</a:t>
            </a:r>
            <a:br/>
            <a:r>
              <a:t>    if (marks[i] &lt; 35) {</a:t>
            </a:r>
            <a:br/>
            <a:r>
              <a:t>        allPassed1 = false;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  <a:br/>
            <a:r>
              <a:t>console.log(allPassed1); // 👉 Output: true</a:t>
            </a:r>
            <a:br/>
            <a:br/>
            <a:r>
              <a:t>// ✅ MODERN WAY (every):</a:t>
            </a:r>
            <a:br/>
            <a:r>
              <a:t>let allPassed2 = marks.every(m =&gt; m &gt;= 35);</a:t>
            </a:r>
            <a:br/>
            <a:r>
              <a:t>console.log(allPassed2); // 👉 Output: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 Chaining vs Nested 'for' Loop (With Output)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Input: 3 items (Rice ₹100, Shirt ₹500, Dal ₹200)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Step 1: Filter groceries (Rice &amp; Dal)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Step 2: Add 5% tax (₹105 &amp; ₹210)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Step 3: Total Bill = ₹105 + ₹210 = ₹315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₹315 in both, but chaining is 10x cleaner!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// ❌ OLD WAY (for loop):</a:t>
            </a:r>
            <a:br/>
            <a:r>
              <a:t>let total1 = 0;</a:t>
            </a:r>
            <a:br/>
            <a:r>
              <a:t>for (let i = 0; i &lt; items.length; i++) {</a:t>
            </a:r>
            <a:br/>
            <a:r>
              <a:t>    if (items[i].type === 'grocery') {</a:t>
            </a:r>
            <a:br/>
            <a:r>
              <a:t>        total1 += items[i].price * 1.05;</a:t>
            </a:r>
            <a:br/>
            <a:r>
              <a:t>    }</a:t>
            </a:r>
            <a:br/>
            <a:r>
              <a:t>}</a:t>
            </a:r>
            <a:br/>
            <a:r>
              <a:t>console.log('Total: ₹' + total1); // 👉 Output: Total: ₹315</a:t>
            </a:r>
            <a:br/>
            <a:br/>
            <a:r>
              <a:t>// ✅ MODERN WAY (Method Chaining):</a:t>
            </a:r>
            <a:br/>
            <a:r>
              <a:t>let total2 = items</a:t>
            </a:r>
            <a:br/>
            <a:r>
              <a:t>  .filter(i =&gt; i.type === 'grocery')</a:t>
            </a:r>
            <a:br/>
            <a:r>
              <a:t>  .map(i =&gt; i.price * 1.05)</a:t>
            </a:r>
            <a:br/>
            <a:r>
              <a:t>  .reduce((sum, p) =&gt; sum + p, 0);</a:t>
            </a:r>
            <a:br/>
            <a:r>
              <a:t>console.log('Total: ₹' + total2); // 👉 Output: Total: ₹315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Complete Array Methods Master 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Quick reference with operation, syntax, and outputs: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map() ➔ Changes each item (Input [1,2] ➔ Output [2,4])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filter() ➔ Picks matching items (Input [10,4] ➔ Output [10])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find() ➔ Picks 1st match (Input [{id:1},{id:2}] ➔ Output {id:1})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reduce() ➔ Totals everything (Input [10,20] ➔ Output 30)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some() ➔ Is any matching? (Output: true / false)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every() ➔ Are all matching? (Output: true / 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Cheat Sheet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Method    | Purpose          | Return Type    | Sample Output</a:t>
            </a:r>
            <a:br/>
            <a:r>
              <a:t>--------- | ---------------- | -------------- | -------------</a:t>
            </a:r>
            <a:br/>
            <a:r>
              <a:t>map()     | Modify all items | Array (Same len)| [55, 65, 75]</a:t>
            </a:r>
            <a:br/>
            <a:r>
              <a:t>filter()  | Pick matching    | Array (Subset)  | [85, 92, 70]</a:t>
            </a:r>
            <a:br/>
            <a:r>
              <a:t>find()    | Get 1st match    | Single Item     | { id: 1, ... }</a:t>
            </a:r>
            <a:br/>
            <a:r>
              <a:t>reduce()  | Total / Combine  | Single Value   | 600</a:t>
            </a:r>
            <a:br/>
            <a:r>
              <a:t>some()    | At least one?    | Boolean        | true / false</a:t>
            </a:r>
            <a:br/>
            <a:r>
              <a:t>every()   | All matching?    | Boolean        | true /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Thank You &amp; Open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All examples with outputs are ready for your seminar!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Check the generated PPT and Interactive HTML file in your project folder.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You are ready to deliver an outstanding presentation!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Questions and live coding practice.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Files in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// All Files Ready:</a:t>
            </a:r>
            <a:br/>
            <a:r>
              <a:t>// 1. JS_Array_Methods_With_Outputs_Seminar.pptx</a:t>
            </a:r>
            <a:br/>
            <a:r>
              <a:t>// 2. JS_Array_Methods_Seminar_Notes.md</a:t>
            </a:r>
            <a:br/>
            <a:r>
              <a:t>// 3. JS_Array_Methods_Seminar.html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