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Welcome to today's seminar on Modern JavaScript Array Methods. Today we will transform how you handle data collections in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audience: How many times have you had an index bug with 'i &lt;= arr.length'? Declarative methods eliminate that entire class of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.map() ALWAYS returns a new array of the exact same length. If 5 items go in, 5 items come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filter does not modify elements—it simply decides who gets in and who is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snowball analogy: the accumulator is a snowball that rolls down a snowy hill, gathering size from each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difference between filter and find: filter scans the entire array, find stops at the first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Great for form validation and checkout preconditions before processing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remind students that .sort() modifies the original array, so cloning with spread syntax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the 3 pipeline steps. Show how this replaces 15 lines of nested for-loops.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this cheat sheet. It is an instant reference for coding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to audience questions. Great job on completing the presentation!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Mastering JavaScript Array &amp; Higher-Order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Clean, Declarative, and Modern Data Transformation in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Why traditional for-loops cause off-by-one errors and mutations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Core Functional Methods: map, filter, reduce, find, some, every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Building production-ready data pipelines via Method Chaining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Real-world use cases: E-Commerce, analytics, search &amp; payroll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Modern Pipeline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// 🚀 Clean Data Pipeline in 1 Line:</a:t>
            </a:r>
            <a:br/>
            <a:r>
              <a:t>const topEngineersBonus = employees</a:t>
            </a:r>
            <a:br/>
            <a:r>
              <a:t>  .filter(emp =&gt; emp.dept === 'Engineering')</a:t>
            </a:r>
            <a:br/>
            <a:r>
              <a:t>  .map(emp =&gt; emp.salary * 1.10)</a:t>
            </a:r>
            <a:br/>
            <a:r>
              <a:t>  .reduce((sum, sal) =&gt; sum + sal, 0);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Imperative vs Declarative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Moving from 'HOW to do it' to 'WHAT you want done'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Imperative (Old Way): Manual counters, index tracking, external mutations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Declarative (Modern): Expresses exact intent, no index bounds errors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Immutability: Returns fresh copies without destroying original arrays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Framework Standard: Backbone of React, Vue, Angular state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// ❌ Imperative (Tedious)</a:t>
            </a:r>
            <a:br/>
            <a:r>
              <a:t>let doubled = [];</a:t>
            </a:r>
            <a:br/>
            <a:r>
              <a:t>for(let i = 0; i &lt; nums.length; i++) {</a:t>
            </a:r>
            <a:br/>
            <a:r>
              <a:t>  doubled.push(nums[i] * 2);</a:t>
            </a:r>
            <a:br/>
            <a:r>
              <a:t>}</a:t>
            </a:r>
            <a:br/>
            <a:br/>
            <a:r>
              <a:t>// ✅ Declarative (Clean &amp; Safe)</a:t>
            </a:r>
            <a:br/>
            <a:r>
              <a:t>const doubled = nums.map(n =&gt; n * 2);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METHOD 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Array.prototype.map() — The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Transforms every single element into a new representation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1-to-1 Mapping: Input array length is ALWAYS equal to output array length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Pure &amp; Safe: Does NOT mutate the source array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Common Use Cases: Currency conversion, extracting IDs, rendering UI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map_example.js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pricesUSD = [10, 25, 50];</a:t>
            </a:r>
            <a:br/>
            <a:r>
              <a:t>const USD_TO_INR = 83;</a:t>
            </a:r>
            <a:br/>
            <a:br/>
            <a:r>
              <a:t>// Transform each USD price to INR</a:t>
            </a:r>
            <a:br/>
            <a:r>
              <a:t>const pricesINR = pricesUSD.map(p =&gt; p * USD_TO_INR);</a:t>
            </a:r>
            <a:br/>
            <a:br/>
            <a:r>
              <a:t>console.log(pricesINR);</a:t>
            </a:r>
            <a:br/>
            <a:r>
              <a:t>// 👉 [830, 2075, 4150]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METHOD 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Array.prototype.filter() — The Quality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Selects only the elements that pass a test condition (returns 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 Size: Output array length is &lt;= Input array length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Pure Function: Callback must return a boolean (truthy / falsy)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Common Use Cases: Search filters, in-stock products, pass/fail grading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filter_example.js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products = [</a:t>
            </a:r>
            <a:br/>
            <a:r>
              <a:t>  { name: 'Laptop', inStock: true, price: 900 },</a:t>
            </a:r>
            <a:br/>
            <a:r>
              <a:t>  { name: 'Phone', inStock: false, price: 500 },</a:t>
            </a:r>
            <a:br/>
            <a:r>
              <a:t>  { name: 'Mouse', inStock: true, price: 25 }</a:t>
            </a:r>
            <a:br/>
            <a:r>
              <a:t>];</a:t>
            </a:r>
            <a:br/>
            <a:br/>
            <a:r>
              <a:t>// Keep only in-stock items</a:t>
            </a:r>
            <a:br/>
            <a:r>
              <a:t>const available = products.filter(p =&gt; p.inStock);</a:t>
            </a:r>
            <a:br/>
            <a:r>
              <a:t>// 👉 [{ name: 'Laptop'... }, { name: 'Mouse'... }]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METHOD 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Array.prototype.reduce() — The Aggregator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Collapses an entire array into a single accumulated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Syntax: array.reduce((acc, curr) =&gt; ..., initialValue)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Accumulator (acc): Carries the running value from one step to the next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Golden Rule: ALWAYS provide an initialValue (e.g. 0, {}, []) to avoid runtime bugs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Common Use Cases: Shopping cart totals, grouping data by category, tally counters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reduce_example.js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cart = [</a:t>
            </a:r>
            <a:br/>
            <a:r>
              <a:t>  { item: 'Book', price: 250, qty: 2 }, // 500</a:t>
            </a:r>
            <a:br/>
            <a:r>
              <a:t>  { item: 'Pen', price: 20, qty: 5 }    // 100</a:t>
            </a:r>
            <a:br/>
            <a:r>
              <a:t>];</a:t>
            </a:r>
            <a:br/>
            <a:br/>
            <a:r>
              <a:t>const grandTotal = cart.reduce((acc, prod) =&gt; {</a:t>
            </a:r>
            <a:br/>
            <a:r>
              <a:t>  return acc + (prod.price * prod.qty);</a:t>
            </a:r>
            <a:br/>
            <a:r>
              <a:t>}, 0); // 0 is initialValue</a:t>
            </a:r>
            <a:br/>
            <a:br/>
            <a:r>
              <a:t>console.log('Total: ₹' + grandTotal); // 👉 ₹600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METHOD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&amp; findIndex() — Instant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When you need only the FIRST match, not an entire array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find(): Returns the first matching element itself, or undefined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findIndex(): Returns the index (0-based) of the first match, or -1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Short-circuiting: Stops scanning the moment a match is found (High performance!)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find_example.js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users = [</a:t>
            </a:r>
            <a:br/>
            <a:r>
              <a:t>  { id: 101, name: 'Arun' },</a:t>
            </a:r>
            <a:br/>
            <a:r>
              <a:t>  { id: 102, name: 'Priya' },</a:t>
            </a:r>
            <a:br/>
            <a:r>
              <a:t>  { id: 103, name: 'Kavya' }</a:t>
            </a:r>
            <a:br/>
            <a:r>
              <a:t>];</a:t>
            </a:r>
            <a:br/>
            <a:br/>
            <a:r>
              <a:t>// Fast lookup by ID</a:t>
            </a:r>
            <a:br/>
            <a:r>
              <a:t>const user = users.find(u =&gt; u.id === 102);</a:t>
            </a:r>
            <a:br/>
            <a:r>
              <a:t>console.log(user); // 👉 { id: 102, name: 'Priya' }</a:t>
            </a:r>
            <a:br/>
            <a:br/>
            <a:r>
              <a:t>const idx = users.findIndex(u =&gt; u.id === 102);</a:t>
            </a:r>
            <a:br/>
            <a:r>
              <a:t>console.log(idx);  // 👉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METHOD 6 &amp;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vs every() — Boolean Integrity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Quickly check array conditions with logical OR and logical 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.some() (OR logic): Returns true if AT LEAST ONE element passes test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.every() (AND logic): Returns true ONLY IF ALL elements pass test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Optimal Speed: Both short-circuit immediately when answer is determined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some_every_example.js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marks = [85, 92, 78, 45, 99];</a:t>
            </a:r>
            <a:br/>
            <a:br/>
            <a:r>
              <a:t>// Did anyone fail? (mark &lt; 50)</a:t>
            </a:r>
            <a:br/>
            <a:r>
              <a:t>const hasFailed = marks.some(m =&gt; m &lt; 50);</a:t>
            </a:r>
            <a:br/>
            <a:r>
              <a:t>console.log('Any failed?', hasFailed); </a:t>
            </a:r>
            <a:br/>
            <a:r>
              <a:t>// 👉 true (45 &lt; 50)</a:t>
            </a:r>
            <a:br/>
            <a:br/>
            <a:r>
              <a:t>// Did everyone get distinction? (&gt;= 75)</a:t>
            </a:r>
            <a:br/>
            <a:r>
              <a:t>const allDistinction = marks.every(m =&gt; m &gt;= 75);</a:t>
            </a:r>
            <a:br/>
            <a:r>
              <a:t>console.log('All distinction?', allDistinction);</a:t>
            </a:r>
            <a:br/>
            <a:r>
              <a:t>// 👉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sort() &amp; toSorted() — Safe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Beware the default sorting trap with numbers!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The Trap: [10, 5, 100].sort() results in [10, 100, 5] (alphabetic string conversion!)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The Fix: Always provide a compare function (a, b) =&gt; a - b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Mutates In-Place: Use [...arr].sort() or modern arr.toSorted() to preserve originals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sort_example.js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scores = [45, 12, 89, 23, 7];</a:t>
            </a:r>
            <a:br/>
            <a:br/>
            <a:r>
              <a:t>// Ascending Order (Smallest -&gt; Largest)</a:t>
            </a:r>
            <a:br/>
            <a:r>
              <a:t>const asc = [...scores].sort((a, b) =&gt; a - b);</a:t>
            </a:r>
            <a:br/>
            <a:r>
              <a:t>console.log(asc); // 👉 [7, 12, 23, 45, 89]</a:t>
            </a:r>
            <a:br/>
            <a:br/>
            <a:r>
              <a:t>// Descending Order (Largest -&gt; Smallest)</a:t>
            </a:r>
            <a:br/>
            <a:r>
              <a:t>const desc = [...scores].sort((a, b) =&gt; b - a);</a:t>
            </a:r>
            <a:br/>
            <a:r>
              <a:t>console.log(desc); // 👉 [89, 45, 23, 12, 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GRAND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(The Real-World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Combining filter, map, and reduce into a single readable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Problem: Filter active engineers -&gt; Apply 10% bonus -&gt; Calculate total payroll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Clean Architecture: No temporary arrays, no index variables, fully functional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pipeline_chaining.js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const team = [</a:t>
            </a:r>
            <a:br/>
            <a:r>
              <a:t>  { name: 'Divakar', dept: 'Dev', salary: 60000, active: true },</a:t>
            </a:r>
            <a:br/>
            <a:r>
              <a:t>  { name: 'Sneha', dept: 'HR', salary: 45000, active: true },</a:t>
            </a:r>
            <a:br/>
            <a:r>
              <a:t>  { name: 'Rahul', dept: 'Dev', salary: 80000, active: true },</a:t>
            </a:r>
            <a:br/>
            <a:r>
              <a:t>  { name: 'Vikas', dept: 'Dev', salary: 75000, active: false }</a:t>
            </a:r>
            <a:br/>
            <a:r>
              <a:t>];</a:t>
            </a:r>
            <a:br/>
            <a:br/>
            <a:r>
              <a:t>const totalPayroll = team</a:t>
            </a:r>
            <a:br/>
            <a:r>
              <a:t>  .filter(m =&gt; m.dept === 'Dev' &amp;&amp; m.active) // 1. Filter</a:t>
            </a:r>
            <a:br/>
            <a:r>
              <a:t>  .map(m =&gt; m.salary * 1.10)                 // 2. 10% Bonus</a:t>
            </a:r>
            <a:br/>
            <a:r>
              <a:t>  .reduce((sum, sal) =&gt; sum + sal, 0);       // 3. Sum</a:t>
            </a:r>
            <a:br/>
            <a:br/>
            <a:r>
              <a:t>console.log('Total: ₹' + totalPayroll.toLocaleString());</a:t>
            </a:r>
            <a:br/>
            <a:r>
              <a:t>// 👉 Total: ₹154,000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SUMMARY &amp;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Decision Matrix: Which Method When?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quick mental model for interviews and daily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to transform every element? ➔ .map()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to keep matching elements? ➔ .filter()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a single aggregated value / summary? ➔ .reduce()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the first matching item? ➔ .find()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a simple Yes/No check? ➔ .some() or .every()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Need to run side effects (logging)? ➔ .forEach()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Cheat Sheet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| Method    | Returns          | Mutates? |</a:t>
            </a:r>
            <a:br/>
            <a:r>
              <a:t>|-----------|------------------|----------|</a:t>
            </a:r>
            <a:br/>
            <a:r>
              <a:t>| .map()    | Array (Same len) | ❌ No     |</a:t>
            </a:r>
            <a:br/>
            <a:r>
              <a:t>| .filter() | Array (Subset)   | ❌ No     |</a:t>
            </a:r>
            <a:br/>
            <a:r>
              <a:t>| .reduce() | Single Value     | ❌ No     |</a:t>
            </a:r>
            <a:br/>
            <a:r>
              <a:t>| .find()   | Item / Undefined | ❌ No     |</a:t>
            </a:r>
            <a:br/>
            <a:r>
              <a:t>| .some()   | Boolean          | ❌ No     |</a:t>
            </a:r>
            <a:br/>
            <a:r>
              <a:t>| .every()  | Boolean          | ❌ No     |</a:t>
            </a:r>
            <a:br/>
            <a:r>
              <a:t>| .sort()   | Sorted Array     | ⚠️ Yes  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Questions, Discussion, and Live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F30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Next Step: Open the interactive JS_Array_Methods_Seminar.html file in browser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Practice edge cases: Empty arrays, null values, sparse arrays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Thank you for your time and active participation!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70B1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💻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ourier New"/>
              </a:defRPr>
            </a:pPr>
            <a:r>
              <a:t>// Presentation &amp; Project Files in your folder:</a:t>
            </a:r>
            <a:br/>
            <a:r>
              <a:t>// 1. JS_Array_Methods_Seminar.pptx (This Slide Deck)</a:t>
            </a:r>
            <a:br/>
            <a:r>
              <a:t>// 2. JS_Array_Methods_Seminar.html (Live Web Deck &amp; Runner)</a:t>
            </a:r>
            <a:br/>
            <a:r>
              <a:t>// 3. JS_Array_Methods_Seminar_Notes.md (Speaker Scripts)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