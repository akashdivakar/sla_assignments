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a smile: 'Hello everyone! Today we will learn JavaScript array methods in the simplest way possible. No confusing jargon, just simple real-life examples!'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map with a factory conveyor belt: every item enters the machine, gets painted, and comes out with a new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audience: If you search for 'Shoes under 1000' on Amazon, which method is running behind the scenes? Ans: filter()!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reduce like a cash register: item 1 is scanned, total goes up, item 2 is scanned, total goes up until the final bill is printed.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quick find() is: As soon as it sees Priya, it stops searching. It doesn't waste time checking student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'some' is like asking if anyone in class is absent. 'every' is like asking if everyone wore the uniform.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'WOW' moment for the audience. Show how we solved a complex 3-step business problem in just 4 lines of readable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students to take a photo or screenshot of this slide because it summarizes everything they need for interviews!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audience, smile, and ask if anyone has questions about map, filter, or reduce!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SEMINAR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JavaScript Array Methods Made Simple!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Learn how to work with lists of data easily without writing long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What is an Array? A simple list of items (e.g., numbers, names, prices).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Why Methods? Instead of writing 5 lines of loop code, do it in 1 clean line!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What we will learn today: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1. map()     👉 Change every item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2. filter()  👉 Pick only some items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3. reduce()  👉 Calculate a single total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4. find()    👉 Search for one item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5. some() &amp; every() 👉 Simple Yes/No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Simple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Courier New"/>
              </a:defRPr>
            </a:pPr>
            <a:r>
              <a:t>// A simple list of numbers</a:t>
            </a:r>
            <a:br/>
            <a:r>
              <a:t>let numbers = [1, 2, 3, 4, 5];</a:t>
            </a:r>
            <a:br/>
            <a:br/>
            <a:r>
              <a:t>// Double every number in 1 line:</a:t>
            </a:r>
            <a:br/>
            <a:r>
              <a:t>let doubled = numbers.map(n =&gt; n * 2);</a:t>
            </a:r>
            <a:br/>
            <a:br/>
            <a:r>
              <a:t>console.log(doubled);</a:t>
            </a:r>
            <a:br/>
            <a:r>
              <a:t>// Output: [2, 4, 6, 8, 10]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1. MAP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map() — The 'Change Everyone'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Use map() when you want to change or convert EVERY item in a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Real-Life Example: Giving ₹100 bonus pocket money to every student.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Golden Rule: If you give 5 items in, you get 5 changed items out.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Original array is safe: It creates a new list and does not destroy the original.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When to use? Changing prices, adding marks, converting names to uppercase.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map_simple.js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Courier New"/>
              </a:defRPr>
            </a:pPr>
            <a:r>
              <a:t>// Original Marks</a:t>
            </a:r>
            <a:br/>
            <a:r>
              <a:t>let marks = [50, 60, 70];</a:t>
            </a:r>
            <a:br/>
            <a:br/>
            <a:r>
              <a:t>// Add 5 grace marks to all students</a:t>
            </a:r>
            <a:br/>
            <a:r>
              <a:t>let newMarks = marks.map(m =&gt; m + 5);</a:t>
            </a:r>
            <a:br/>
            <a:br/>
            <a:r>
              <a:t>console.log(newMarks);</a:t>
            </a:r>
            <a:br/>
            <a:r>
              <a:t>// Output: [55, 65, 75]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2. FILTER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filter() — The 'Tea Strainer'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Use filter() when you want to keep only the items that pass a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Real-Life Example: A tea strainer keeps the tea and stops the leaves.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Golden Rule: It checks True or False for each item.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- If True  👉 Item stays in the new list.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- If False 👉 Item is removed.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When to use? Finding passed students, products under ₹500, active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filter_simple.js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Courier New"/>
              </a:defRPr>
            </a:pPr>
            <a:r>
              <a:t>let marks = [85, 30, 92, 25, 70];</a:t>
            </a:r>
            <a:br/>
            <a:br/>
            <a:r>
              <a:t>// Keep only marks 35 or above (Pass)</a:t>
            </a:r>
            <a:br/>
            <a:r>
              <a:t>let passed = marks.filter(m =&gt; m &gt;= 35);</a:t>
            </a:r>
            <a:br/>
            <a:br/>
            <a:r>
              <a:t>console.log(passed);</a:t>
            </a:r>
            <a:br/>
            <a:r>
              <a:t>// Output: [85, 92, 70]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3. REDUCE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reduce() — The 'Calculator / Piggy Bank'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Use reduce() when you want to combine all items into ONE single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Real-Life Example: Adding all coins in your piggy bank to find the total money.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How it works: It keeps a 'running total' (accumulator) as it goes item by item.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Rule: Always give a starting number (usually 0).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When to use? Total bill in shopping cart, finding the average, finding max number.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reduce_simple.js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Courier New"/>
              </a:defRPr>
            </a:pPr>
            <a:r>
              <a:t>let cartPrices = [100, 250, 50, 200];</a:t>
            </a:r>
            <a:br/>
            <a:br/>
            <a:r>
              <a:t>// Add all prices starting from 0</a:t>
            </a:r>
            <a:br/>
            <a:r>
              <a:t>let totalBill = cartPrices.reduce((total, price) =&gt; {</a:t>
            </a:r>
            <a:br/>
            <a:r>
              <a:t>    return total + price;</a:t>
            </a:r>
            <a:br/>
            <a:r>
              <a:t>}, 0);</a:t>
            </a:r>
            <a:br/>
            <a:br/>
            <a:r>
              <a:t>console.log('Total Bill: ₹' + totalBill);</a:t>
            </a:r>
            <a:br/>
            <a:r>
              <a:t>// Output: Total Bill: ₹600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4. FIND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find() — The 'Fast Search'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Use find() when you want to get the FIRST item that matches your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Real-Life Example: Searching for your friend's roll number in a list.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Difference with filter():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- filter() gives you a LIST of all matches.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- find() stops immediately after the 1ST match and gives the item itself.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If item is not found, it gives: undefined.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find_simple.js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Courier New"/>
              </a:defRPr>
            </a:pPr>
            <a:r>
              <a:t>let students = [</a:t>
            </a:r>
            <a:br/>
            <a:r>
              <a:t>  { id: 1, name: 'Arun' },</a:t>
            </a:r>
            <a:br/>
            <a:r>
              <a:t>  { id: 2, name: 'Priya' },</a:t>
            </a:r>
            <a:br/>
            <a:r>
              <a:t>  { id: 3, name: 'Divakar' }</a:t>
            </a:r>
            <a:br/>
            <a:r>
              <a:t>];</a:t>
            </a:r>
            <a:br/>
            <a:br/>
            <a:r>
              <a:t>// Find the student with ID 2</a:t>
            </a:r>
            <a:br/>
            <a:r>
              <a:t>let result = students.find(s =&gt; s.id === 2);</a:t>
            </a:r>
            <a:br/>
            <a:br/>
            <a:r>
              <a:t>console.log(result.name);</a:t>
            </a:r>
            <a:br/>
            <a:r>
              <a:t>// Output: Priya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5. SOME &amp; EVERY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some() &amp; every() — The Yes/No Question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Use these when you want a simple True or False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some() = 'Is ANY item matching?' (At least 1 item)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👉 Example: 'Did ANY student fail?'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every() = 'Are ALL items matching?' (Every single item)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👉 Example: 'Did ALL students pass?'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They return either true or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some_every_simple.js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Courier New"/>
              </a:defRPr>
            </a:pPr>
            <a:r>
              <a:t>let marks = [80, 90, 40, 95];</a:t>
            </a:r>
            <a:br/>
            <a:br/>
            <a:r>
              <a:t>// Did anyone score below 50?</a:t>
            </a:r>
            <a:br/>
            <a:r>
              <a:t>let anyLowScore = marks.some(m =&gt; m &lt; 50);</a:t>
            </a:r>
            <a:br/>
            <a:r>
              <a:t>console.log(anyLowScore); // true (because 40 &lt; 50)</a:t>
            </a:r>
            <a:br/>
            <a:br/>
            <a:r>
              <a:t>// Did everyone score 35 or more?</a:t>
            </a:r>
            <a:br/>
            <a:r>
              <a:t>let allPassed = marks.every(m =&gt; m &gt;= 35);</a:t>
            </a:r>
            <a:br/>
            <a:r>
              <a:t>console.log(allPassed);   // true (all are &gt;= 35)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6. METHOD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Method Chaining — Putting It All Together!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Connecting methods like train carriages to solve big problems in 1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Real-Life Problem: You have a shopping cart.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1. Pick only groceries (filter)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2. Add 5% GST tax to each (map)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   3. Find the final total bill (reduce)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All 3 steps work smoothly together in a pipeline!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chaining_simple.js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Courier New"/>
              </a:defRPr>
            </a:pPr>
            <a:r>
              <a:t>let items = [</a:t>
            </a:r>
            <a:br/>
            <a:r>
              <a:t>  { name: 'Rice', type: 'grocery', price: 100 },</a:t>
            </a:r>
            <a:br/>
            <a:r>
              <a:t>  { name: 'Shirt', type: 'cloth',  price: 500 },</a:t>
            </a:r>
            <a:br/>
            <a:r>
              <a:t>  { name: 'Dal',  type: 'grocery', price: 200 }</a:t>
            </a:r>
            <a:br/>
            <a:r>
              <a:t>];</a:t>
            </a:r>
            <a:br/>
            <a:br/>
            <a:r>
              <a:t>let groceryTotal = items</a:t>
            </a:r>
            <a:br/>
            <a:r>
              <a:t>  .filter(item =&gt; item.type === 'grocery') // Step 1: Rice &amp; Dal</a:t>
            </a:r>
            <a:br/>
            <a:r>
              <a:t>  .map(item =&gt; item.price * 1.05)          // Step 2: Add 5% tax</a:t>
            </a:r>
            <a:br/>
            <a:r>
              <a:t>  .reduce((sum, price) =&gt; sum + price, 0); // Step 3: Total</a:t>
            </a:r>
            <a:br/>
            <a:br/>
            <a:r>
              <a:t>console.log('Total Grocery Bill: ₹' + groceryTotal);</a:t>
            </a:r>
            <a:br/>
            <a:r>
              <a:t>// Output: Total Grocery Bill: ₹315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EASY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Quick Cheat Sheet: Which one to use?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Remember these simple keywords for your tests and interviews: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Change each item? ➔ .map()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Pick some items?  ➔ .filter()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Total / 1 answer?  ➔ .reduce()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Find one item?    ➔ .find()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Is at least one?  ➔ .some()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Are all matching? ➔ .every()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Print / Display?  ➔ .forEach()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Quick Summary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Courier New"/>
              </a:defRPr>
            </a:pPr>
            <a:r>
              <a:t>Method    | What it does       | Result</a:t>
            </a:r>
            <a:br/>
            <a:r>
              <a:t>--------- | ------------------ | ---------------</a:t>
            </a:r>
            <a:br/>
            <a:r>
              <a:t>map()     | Change each item   | New Array</a:t>
            </a:r>
            <a:br/>
            <a:r>
              <a:t>filter()  | Pick matching items| New Array</a:t>
            </a:r>
            <a:br/>
            <a:r>
              <a:t>reduce()  | Add/Calculate all  | Single Value</a:t>
            </a:r>
            <a:br/>
            <a:r>
              <a:t>find()    | Find 1st match     | Single Item</a:t>
            </a:r>
            <a:br/>
            <a:r>
              <a:t>some()    | At least one match?| true / false</a:t>
            </a:r>
            <a:br/>
            <a:r>
              <a:t>every()   | All matching?      | true / 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Thank You! Any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You are now ready to write clean and modern JavaScript!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You learned 6 important array methods today.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No more confusing for-loops for simple tasks!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✦ Feel free to ask any questions or try live examples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Files in your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Courier New"/>
              </a:defRPr>
            </a:pPr>
            <a:r>
              <a:t>// Double click these files anytime:</a:t>
            </a:r>
            <a:br/>
            <a:r>
              <a:t>// 1. JS_Array_Methods_Seminar.pptx (This Slide Deck)</a:t>
            </a:r>
            <a:br/>
            <a:r>
              <a:t>// 2. JS_Array_Methods_Seminar.html (Interactive Live Demo)</a:t>
            </a:r>
            <a:br/>
            <a:r>
              <a:t>// 3. JS_Array_Methods_Seminar_Notes.md (Speech Guide)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