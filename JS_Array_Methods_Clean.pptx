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everyone! Look at Slide 1: On the right, you can immediately see the difference between 5 lines of traditional for-loop and 1 line of modern map(). Notice that the original array [1, 2, 3] stays completely untouched!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In modern apps, multiple parts of the app read the same array. If one part modifies it, everything breaks. Methods like map and filter prevent this by keeping original data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line 'console.log(marks)': Notice that marks is still [50, 60, 70]. The original array did not change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though pass2 only has 3 items, the original marks array still safely contains all 5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find() simply inspects the items and returns the reference—it never removes or modifies items in the original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reduce() takes the numbers, computes a total, and leaves the prices array completely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inspection methods are pure read-only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after chaining 3 methods together, the original items list is completely safe and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are often asked in interviews: Does .map() mutate the original array? Answer: Absolutely not, it returns a brand new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for listening and open the floor to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SEMINAR INTRODUCTION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JavaScript Array Methods vs 'for'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Why Modern JavaScript Replaces 6-Line Loops with 1-Line Safe Methods.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Traditional 'for' Loop: Requires empty arrays, index counters (i=0), and manual .push().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Modern Array Method: 1-line clean, readable, and declarative code.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ARRAY STAYS 100% SAME: Modern methods NEVER modify or destroy original data!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Today's Agenda: map, filter, find, reduce, some, every, and method chaining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Slide 1: Direct Code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nums = [1, 2, 3];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 - 5 lines):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doubled1 = [];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nums.length;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doubled1.push(nums[i] * 2);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console.log(doubled1); // 👉 Output: [ 2, 4, 6 ]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(map() - 1 line):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doubled2 = nums.map(n =&gt; n * 2);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console.log(doubled2); // 👉 Output: [ 2, 4, 6 ]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console.log(nums);     // 👉 Output: [ 1, 2, 3 ] (ORIGINAL STAYS SAME!)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CORE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Why is 'Original Array Stays Same' So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How modern methods prevent accidental data destruction (Immutability).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1. Bug Prevention: Accidental changes to original data cause hidden bugs across your app.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2. Pure &amp; Safe: Modern methods return a FRESH NEW array and NEVER touch the original.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3. Predictable: You can reuse the original array multiple times without fear.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4. Essential for React / Vue: Modern UI frameworks strictly require original data to remain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Original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originalData = [10, 20, 30];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Filter creates new copy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filtered = originalData.filter(x =&gt; x &gt; 15);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console.log(filtered);     // 👉 [ 20, 30 ] (New)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console.log(originalData); // 👉 [ 10, 20, 30 ] (Untouched!)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1. MAP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map()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Add 5 grace marks to all students in the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[50, 60, 70]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Requires creating empty array and manual pushes.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map(): Returns a brand new array with transformed items.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'marks' is still [50, 60, 70]!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map_comparison.js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[50, 60, 70];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res1 = [];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marks.length;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res1.push(marks[i] + 5);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console.log(res1); // 👉 [ 55, 65, 75 ]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(map):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res2 = marks.map(m =&gt; m + 5);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console.log(res2); // 👉 [ 55, 65, 75 ] (New Array)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console.log(marks);// 👉 [ 50, 60, 70 ] (ORIGINAL UNTOUCHED!)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2. FILTER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filter()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Keep only passing marks (35 or above).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[85, 30, 92, 25, 70]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Needs empty array, loop, and if condition.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filter(): Collects passing marks into a fresh new array.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'marks' still holds all 5 marks!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filter_comparison.js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[85, 30, 92, 25, 70];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pass1 = [];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marks.length;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if (marks[i] &gt;= 35) pass1.push(marks[i]);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console.log(pass1); // 👉 [ 85, 92, 70 ]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(filter):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pass2 = marks.filter(m =&gt; m &gt;= 35);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console.log(pass2); // 👉 [ 85, 92, 70 ] (New Array)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console.log(marks); // 👉 [ 85, 30, 92, 25, 70 ] (ORIGINAL UNTOUCHED!)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3. FIND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find()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Find the user with role = 'Admin'.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List of 3 user objects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Needs 'let found = null' and manual 'break'.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find(): Stops instantly at 1st match and returns the item.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'users' array still has all 3 users!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find_comparison.js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users = [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1, role: 'Admin', name: 'Arun'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2, role: 'User',  name: 'Priya'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3, role: 'Admin', name: 'Divakar' 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 + break):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found1 = null;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users.length;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if (users[i].role === 'Admin') { found1 = users[i]; break; 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console.log(found1.name); // 👉 "Arun"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(find):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found2 = users.find(u =&gt; u.role === 'Admin');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console.log(found2.name); // 👉 "Arun"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console.log(users.length);// 👉 3 (ORIGINAL ARRAY UNTOUCHED!)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4. REDUCE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reduce()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Calculate total shopping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[100, 250, 50, 200]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Modifies an external 'let total = 0' variable.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reduce(): Encapsulates the sum inside an accumulator.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'prices' array is completely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reduce_comparison.js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prices = [100, 250, 50, 200];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total1 = 0;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prices.length; i++) total1 += prices[i];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console.log('Total: ₹' + total1); // 👉 Total: ₹600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(reduce):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total2 = prices.reduce((sum, p) =&gt; sum + p, 0);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console.log('Total: ₹' + total2); // 👉 Total: ₹600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console.log(prices); // 👉 [ 100, 250, 50, 200 ] (ORIGINAL UNTOUCHED!)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5 &amp; 6. SOME &amp; EVERY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some() &amp; every()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Quick True / False integrity checks without modifying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[80, 90, 40, 95]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.some(): 'Did anyone fail (&lt;35)?' ➔ false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.every(): 'Did all pass (&gt;=35)?' ➔ true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Returns a simple boolean; original marks array stays 100%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some_every_comparison.js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[80, 90, 40, 95];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Check with some() &amp; every():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anyFail = marks.some(m =&gt; m &lt; 35);   // 👉 false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allPass = marks.every(m =&gt; m &gt;= 35); // 👉 true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console.log('Any Failed?:', anyFail);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console.log('All Passed?:', allPass);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console.log('Original marks:', marks); 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[ 80, 90, 40, 95 ] (ORIGINAL UNTOUCHED!)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7. METHOD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Method Chaining Pipeline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Filter Groceries ➔ Add 5% Tax ➔ Calculate Total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3 items (Rice ₹100, Shirt ₹500, Dal ₹200)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3 Stages: Filter ➔ Map ➔ Reduce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Output: Total: ₹315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'items' list still has all 3 items with original prices!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chaining_comparison.js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items = [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'Rice', type: 'grocery', price: 100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'Shirt', type: 'cloth',  price: 500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'Dal',  type: 'grocery', price: 200 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 = items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.filter(i =&gt; i.type === 'grocery')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.map(i =&gt; i.price * 1.05)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.reduce((sum, p) =&gt; sum + p, 0);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 Grocery Bill: ₹' + total); // 👉 ₹315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console.log('Items Count:', items.length);    // 👉 3 (ORIGINAL UNTOUCHED!)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CRUCIAL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Which Methods Keep Original Array Same?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Remember this critical table for interviews and exams: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SAFE (Original Stays Same): map, filter, reduce, find, some, every, slice, toSorted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⚠️ MUTATES (Original is Changed): sort, push, pop, shift, unshift, splice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Pro-Tip: Always use non-mutating methods for modern web apps!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Immutability Reference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Method    | Original Stays Same? | Returns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--------- | -------------------- | ----------------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.map()    | ✅ YES (Untouched)   | New Array (Same len)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.filter() | ✅ YES (Untouched)   | New Array (Subset)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.reduce() | ✅ YES (Untouched)   | Single Value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.find()   | ✅ YES (Untouched)   | Single Item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.some()   | ✅ YES (Untouched)   | true / false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.every()  | ✅ YES (Untouched)   | true / false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.sort()   | ⚠️ NO (Mutates!)     | Sorted Original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Thank You &amp; Open Q&amp;A!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You are now ready to deliver your seminar presentation!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Key Takeaways: Shorter code, zero index bugs, and original arrays stay 100% safe!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All presentation files and live playground are ready in your folder.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Questions and open discussion.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Seminar Files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All Files in Folder: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1. JS_Array_Methods_Clean.pptx (Slide Deck)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2. JS_Array_Methods_Seminar_Notes.md (Speaker Scripts)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3. JS_Array_Methods_Seminar.html (Live Web Playground)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